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8" r:id="rId2"/>
  </p:sldIdLst>
  <p:sldSz cx="9144000" cy="6858000" type="screen4x3"/>
  <p:notesSz cx="6858000" cy="93138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961"/>
    <a:srgbClr val="1F2B59"/>
    <a:srgbClr val="380070"/>
    <a:srgbClr val="D2E4FF"/>
    <a:srgbClr val="A1C3FF"/>
    <a:srgbClr val="3C64AA"/>
    <a:srgbClr val="A6C0F2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56AD4-F045-4F4D-8832-AC60ABEB5E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985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592829-0D4B-4E04-B15B-BC783D207C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8016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3DFE7-9098-4EA3-9305-0D19836714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090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2587AB-4DD8-4693-BBA3-105B31CE94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603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35BF6-8AAA-4BDB-B5E7-772878FAC7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3873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D2B79-E4D8-405F-B219-8BA391B5D4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83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9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197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70AF9-8E40-4E3E-BA15-F5C4A44955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129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7D419-B292-4C85-AD2E-106100595B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8884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BAA264-2CFF-4499-B32E-3E565A8BE6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8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A64F-A0B0-4E72-8D86-B7D4312E1D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864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851ACDC-573A-48F4-AE98-661657B81F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1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4"/>
          <a:stretch/>
        </p:blipFill>
        <p:spPr>
          <a:xfrm flipH="1">
            <a:off x="2754" y="7345"/>
            <a:ext cx="9141246" cy="6858000"/>
          </a:xfrm>
          <a:prstGeom prst="rect">
            <a:avLst/>
          </a:prstGeom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607346" y="1537158"/>
            <a:ext cx="3810000" cy="134204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4000" kern="0" dirty="0">
                <a:solidFill>
                  <a:srgbClr val="1F2B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for Life Campaign</a:t>
            </a:r>
          </a:p>
        </p:txBody>
      </p:sp>
      <p:pic>
        <p:nvPicPr>
          <p:cNvPr id="5" name="Picture 8" descr="babybottleCOLOR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05233">
            <a:off x="8279317" y="241344"/>
            <a:ext cx="500937" cy="1468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578646" y="3414201"/>
            <a:ext cx="58674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1F2B59"/>
                </a:solidFill>
                <a:cs typeface="Arial" panose="020B0604020202020204" pitchFamily="34" charset="0"/>
              </a:rPr>
              <a:t>Come alongside Crossroads Pregnancy Care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1F2B59"/>
                </a:solidFill>
                <a:cs typeface="Arial" panose="020B0604020202020204" pitchFamily="34" charset="0"/>
              </a:rPr>
              <a:t>to bring </a:t>
            </a:r>
            <a:r>
              <a:rPr lang="en-US" altLang="en-US" sz="2000" i="1" dirty="0">
                <a:solidFill>
                  <a:srgbClr val="1F2B59"/>
                </a:solidFill>
                <a:cs typeface="Arial" panose="020B0604020202020204" pitchFamily="34" charset="0"/>
              </a:rPr>
              <a:t>Hope, Help, and Healing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1F2B59"/>
                </a:solidFill>
                <a:cs typeface="Arial" panose="020B0604020202020204" pitchFamily="34" charset="0"/>
              </a:rPr>
              <a:t>to women and families in need.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886200" y="2819400"/>
            <a:ext cx="5257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1F2B59"/>
                </a:solidFill>
                <a:cs typeface="Arial" panose="020B0604020202020204" pitchFamily="34" charset="0"/>
              </a:rPr>
              <a:t>Pick up a bottle today!</a:t>
            </a:r>
            <a:endParaRPr lang="en-US" altLang="en-US" sz="2400" dirty="0">
              <a:solidFill>
                <a:srgbClr val="1F2B59"/>
              </a:solidFill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325" y="3779"/>
            <a:ext cx="3263549" cy="1496495"/>
          </a:xfrm>
          <a:prstGeom prst="rect">
            <a:avLst/>
          </a:prstGeom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85D477F0-C395-08AD-209D-37394459B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564427"/>
            <a:ext cx="5257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1F2B59"/>
                </a:solidFill>
                <a:cs typeface="Arial" panose="020B0604020202020204" pitchFamily="34" charset="0"/>
              </a:rPr>
              <a:t>Don’t want to fill a bottle?</a:t>
            </a:r>
            <a:endParaRPr lang="en-US" altLang="en-US" sz="2400" dirty="0">
              <a:solidFill>
                <a:srgbClr val="1F2B59"/>
              </a:solidFill>
              <a:cs typeface="Arial" panose="020B0604020202020204" pitchFamily="34" charset="0"/>
            </a:endParaRPr>
          </a:p>
        </p:txBody>
      </p:sp>
      <p:pic>
        <p:nvPicPr>
          <p:cNvPr id="11" name="Picture 10" descr="A qr code with text&#10;&#10;AI-generated content may be incorrect.">
            <a:extLst>
              <a:ext uri="{FF2B5EF4-FFF2-40B4-BE49-F238E27FC236}">
                <a16:creationId xmlns:a16="http://schemas.microsoft.com/office/drawing/2014/main" id="{085ED751-E8AE-4A46-5A30-C68D6F1747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5159228"/>
            <a:ext cx="1641056" cy="1641056"/>
          </a:xfrm>
          <a:prstGeom prst="rect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8378419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1387</TotalTime>
  <Words>37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Crossroads Pregnancy Center</dc:title>
  <dc:creator>Daniel T. Doak</dc:creator>
  <cp:lastModifiedBy>Rebecca</cp:lastModifiedBy>
  <cp:revision>66</cp:revision>
  <dcterms:created xsi:type="dcterms:W3CDTF">2007-09-06T01:39:28Z</dcterms:created>
  <dcterms:modified xsi:type="dcterms:W3CDTF">2026-01-15T18:31:17Z</dcterms:modified>
</cp:coreProperties>
</file>