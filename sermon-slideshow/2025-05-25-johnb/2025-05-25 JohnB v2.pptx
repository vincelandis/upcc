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reen, hilly landscape"/>
          <p:cNvSpPr/>
          <p:nvPr>
            <p:ph type="pic" idx="21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Moss-covered rocks"/>
          <p:cNvSpPr/>
          <p:nvPr>
            <p:ph type="pic" sz="half" idx="21"/>
          </p:nvPr>
        </p:nvSpPr>
        <p:spPr>
          <a:xfrm>
            <a:off x="12052303" y="1270000"/>
            <a:ext cx="11188406" cy="112098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Large rock formation under dark clouds with a dirt road in the foreground"/>
          <p:cNvSpPr/>
          <p:nvPr>
            <p:ph type="pic" idx="22"/>
          </p:nvPr>
        </p:nvSpPr>
        <p:spPr>
          <a:xfrm>
            <a:off x="6380200" y="1263848"/>
            <a:ext cx="22529801" cy="111934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ose-up of wild plants growing between rocks"/>
          <p:cNvSpPr/>
          <p:nvPr>
            <p:ph type="pic" sz="quarter" idx="21"/>
          </p:nvPr>
        </p:nvSpPr>
        <p:spPr>
          <a:xfrm>
            <a:off x="15430500" y="7085409"/>
            <a:ext cx="8128000" cy="541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arge rock formation under dark clouds with a dirt road in the foreground"/>
          <p:cNvSpPr/>
          <p:nvPr>
            <p:ph type="pic" idx="22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Close-up of a wild plant growing between lava rocks"/>
          <p:cNvSpPr/>
          <p:nvPr>
            <p:ph type="pic" sz="quarter" idx="23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waterfall surrounded by a green rocky landscape"/>
          <p:cNvSpPr/>
          <p:nvPr>
            <p:ph type="pic" idx="21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A Call to the Church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 Call to the Church</a:t>
            </a:r>
          </a:p>
        </p:txBody>
      </p:sp>
      <p:sp>
        <p:nvSpPr>
          <p:cNvPr id="173" name="Hebrews 13:1-7, 17, 18 &amp; 20-21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7100"/>
            </a:lvl1pPr>
          </a:lstStyle>
          <a:p>
            <a:pPr/>
            <a:r>
              <a:t>Hebrews 13:1-7, 17, 18 &amp; 20-21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What does God expect of…"/>
          <p:cNvSpPr txBox="1"/>
          <p:nvPr/>
        </p:nvSpPr>
        <p:spPr>
          <a:xfrm>
            <a:off x="671093" y="2262025"/>
            <a:ext cx="23041813" cy="29741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defRPr b="1" spc="-208" sz="10400"/>
            </a:pPr>
            <a:r>
              <a:t>What does God expect of </a:t>
            </a:r>
          </a:p>
          <a:p>
            <a:pPr algn="ctr">
              <a:lnSpc>
                <a:spcPct val="80000"/>
              </a:lnSpc>
              <a:spcBef>
                <a:spcPts val="0"/>
              </a:spcBef>
              <a:defRPr b="1" spc="-208" sz="10400"/>
            </a:pPr>
            <a:r>
              <a:t>His people, the church?</a:t>
            </a:r>
          </a:p>
        </p:txBody>
      </p:sp>
      <p:sp>
        <p:nvSpPr>
          <p:cNvPr id="176" name="vv. 1-7, 17-18"/>
          <p:cNvSpPr txBox="1"/>
          <p:nvPr/>
        </p:nvSpPr>
        <p:spPr>
          <a:xfrm>
            <a:off x="4652758" y="6168806"/>
            <a:ext cx="15078484" cy="1378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170" sz="8500"/>
            </a:lvl1pPr>
          </a:lstStyle>
          <a:p>
            <a:pPr/>
            <a:r>
              <a:t>vv. 1-7, 17-18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What does God expect of His people,…"/>
          <p:cNvSpPr txBox="1"/>
          <p:nvPr>
            <p:ph type="title"/>
          </p:nvPr>
        </p:nvSpPr>
        <p:spPr>
          <a:xfrm>
            <a:off x="1206500" y="952500"/>
            <a:ext cx="21971000" cy="2281541"/>
          </a:xfrm>
          <a:prstGeom prst="rect">
            <a:avLst/>
          </a:prstGeom>
        </p:spPr>
        <p:txBody>
          <a:bodyPr/>
          <a:lstStyle/>
          <a:p>
            <a:pPr defTabSz="1853137">
              <a:defRPr spc="-158" sz="7904"/>
            </a:pPr>
            <a:r>
              <a:t>What does God expect of His people,</a:t>
            </a:r>
          </a:p>
          <a:p>
            <a:pPr defTabSz="1853137">
              <a:defRPr spc="-158" sz="7904"/>
            </a:pPr>
            <a:r>
              <a:t>the church?</a:t>
            </a:r>
          </a:p>
        </p:txBody>
      </p:sp>
      <p:sp>
        <p:nvSpPr>
          <p:cNvPr id="179" name="vv. 1-7, 17-18"/>
          <p:cNvSpPr txBox="1"/>
          <p:nvPr>
            <p:ph type="body" idx="21"/>
          </p:nvPr>
        </p:nvSpPr>
        <p:spPr>
          <a:xfrm>
            <a:off x="1206500" y="3287362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1-7, 17-18</a:t>
            </a:r>
          </a:p>
        </p:txBody>
      </p:sp>
      <p:sp>
        <p:nvSpPr>
          <p:cNvPr id="180" name="Let brotherly love continue."/>
          <p:cNvSpPr txBox="1"/>
          <p:nvPr>
            <p:ph type="body" idx="1"/>
          </p:nvPr>
        </p:nvSpPr>
        <p:spPr>
          <a:xfrm>
            <a:off x="1206500" y="5010504"/>
            <a:ext cx="21971000" cy="8256012"/>
          </a:xfrm>
          <a:prstGeom prst="rect">
            <a:avLst/>
          </a:prstGeom>
        </p:spPr>
        <p:txBody>
          <a:bodyPr/>
          <a:lstStyle/>
          <a:p>
            <a:pPr/>
            <a:r>
              <a:t>Let brotherly love continue.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What does God expect of His people,…"/>
          <p:cNvSpPr txBox="1"/>
          <p:nvPr>
            <p:ph type="title"/>
          </p:nvPr>
        </p:nvSpPr>
        <p:spPr>
          <a:xfrm>
            <a:off x="1206500" y="952500"/>
            <a:ext cx="21971000" cy="2281541"/>
          </a:xfrm>
          <a:prstGeom prst="rect">
            <a:avLst/>
          </a:prstGeom>
        </p:spPr>
        <p:txBody>
          <a:bodyPr/>
          <a:lstStyle/>
          <a:p>
            <a:pPr defTabSz="1853137">
              <a:defRPr spc="-158" sz="7904"/>
            </a:pPr>
            <a:r>
              <a:t>What does God expect of His people,</a:t>
            </a:r>
          </a:p>
          <a:p>
            <a:pPr defTabSz="1853137">
              <a:defRPr spc="-158" sz="7904"/>
            </a:pPr>
            <a:r>
              <a:t>the church?</a:t>
            </a:r>
          </a:p>
        </p:txBody>
      </p:sp>
      <p:sp>
        <p:nvSpPr>
          <p:cNvPr id="183" name="vv. 1-7, 17-18"/>
          <p:cNvSpPr txBox="1"/>
          <p:nvPr>
            <p:ph type="body" idx="21"/>
          </p:nvPr>
        </p:nvSpPr>
        <p:spPr>
          <a:xfrm>
            <a:off x="1206500" y="3287362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1-7, 17-18</a:t>
            </a:r>
          </a:p>
        </p:txBody>
      </p:sp>
      <p:sp>
        <p:nvSpPr>
          <p:cNvPr id="184" name="Let brotherly love continue.…"/>
          <p:cNvSpPr txBox="1"/>
          <p:nvPr>
            <p:ph type="body" idx="1"/>
          </p:nvPr>
        </p:nvSpPr>
        <p:spPr>
          <a:xfrm>
            <a:off x="1206500" y="5010504"/>
            <a:ext cx="21971000" cy="8256012"/>
          </a:xfrm>
          <a:prstGeom prst="rect">
            <a:avLst/>
          </a:prstGeom>
        </p:spPr>
        <p:txBody>
          <a:bodyPr/>
          <a:lstStyle/>
          <a:p>
            <a:pPr/>
            <a:r>
              <a:t>Let brotherly love continue.</a:t>
            </a:r>
          </a:p>
          <a:p>
            <a:pPr/>
            <a:r>
              <a:t>Do not neglect to show hospitality to strangers.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What does God expect of His people,…"/>
          <p:cNvSpPr txBox="1"/>
          <p:nvPr>
            <p:ph type="title"/>
          </p:nvPr>
        </p:nvSpPr>
        <p:spPr>
          <a:xfrm>
            <a:off x="1206500" y="952500"/>
            <a:ext cx="21971000" cy="2281541"/>
          </a:xfrm>
          <a:prstGeom prst="rect">
            <a:avLst/>
          </a:prstGeom>
        </p:spPr>
        <p:txBody>
          <a:bodyPr/>
          <a:lstStyle/>
          <a:p>
            <a:pPr defTabSz="1853137">
              <a:defRPr spc="-158" sz="7904"/>
            </a:pPr>
            <a:r>
              <a:t>What does God expect of His people,</a:t>
            </a:r>
          </a:p>
          <a:p>
            <a:pPr defTabSz="1853137">
              <a:defRPr spc="-158" sz="7904"/>
            </a:pPr>
            <a:r>
              <a:t>the church?</a:t>
            </a:r>
          </a:p>
        </p:txBody>
      </p:sp>
      <p:sp>
        <p:nvSpPr>
          <p:cNvPr id="187" name="vv. 1-7, 17-18"/>
          <p:cNvSpPr txBox="1"/>
          <p:nvPr>
            <p:ph type="body" idx="21"/>
          </p:nvPr>
        </p:nvSpPr>
        <p:spPr>
          <a:xfrm>
            <a:off x="1206500" y="3287362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1-7, 17-18</a:t>
            </a:r>
          </a:p>
        </p:txBody>
      </p:sp>
      <p:sp>
        <p:nvSpPr>
          <p:cNvPr id="188" name="Let brotherly love continue.…"/>
          <p:cNvSpPr txBox="1"/>
          <p:nvPr>
            <p:ph type="body" idx="1"/>
          </p:nvPr>
        </p:nvSpPr>
        <p:spPr>
          <a:xfrm>
            <a:off x="1206500" y="5010504"/>
            <a:ext cx="21971000" cy="8256012"/>
          </a:xfrm>
          <a:prstGeom prst="rect">
            <a:avLst/>
          </a:prstGeom>
        </p:spPr>
        <p:txBody>
          <a:bodyPr/>
          <a:lstStyle/>
          <a:p>
            <a:pPr/>
            <a:r>
              <a:t>Let brotherly love continue.</a:t>
            </a:r>
          </a:p>
          <a:p>
            <a:pPr/>
            <a:r>
              <a:t>Do not neglect to show hospitality to strangers.</a:t>
            </a:r>
          </a:p>
          <a:p>
            <a:pPr/>
            <a:r>
              <a:t>Remember the prisoners &amp; mistreated.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What does God expect of His people,…"/>
          <p:cNvSpPr txBox="1"/>
          <p:nvPr>
            <p:ph type="title"/>
          </p:nvPr>
        </p:nvSpPr>
        <p:spPr>
          <a:xfrm>
            <a:off x="1206500" y="952500"/>
            <a:ext cx="21971000" cy="2281541"/>
          </a:xfrm>
          <a:prstGeom prst="rect">
            <a:avLst/>
          </a:prstGeom>
        </p:spPr>
        <p:txBody>
          <a:bodyPr/>
          <a:lstStyle/>
          <a:p>
            <a:pPr defTabSz="1853137">
              <a:defRPr spc="-158" sz="7904"/>
            </a:pPr>
            <a:r>
              <a:t>What does God expect of His people,</a:t>
            </a:r>
          </a:p>
          <a:p>
            <a:pPr defTabSz="1853137">
              <a:defRPr spc="-158" sz="7904"/>
            </a:pPr>
            <a:r>
              <a:t>the church?</a:t>
            </a:r>
          </a:p>
        </p:txBody>
      </p:sp>
      <p:sp>
        <p:nvSpPr>
          <p:cNvPr id="191" name="vv. 1-7, 17-18"/>
          <p:cNvSpPr txBox="1"/>
          <p:nvPr>
            <p:ph type="body" idx="21"/>
          </p:nvPr>
        </p:nvSpPr>
        <p:spPr>
          <a:xfrm>
            <a:off x="1206500" y="3287362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1-7, 17-18</a:t>
            </a:r>
          </a:p>
        </p:txBody>
      </p:sp>
      <p:sp>
        <p:nvSpPr>
          <p:cNvPr id="192" name="Let brotherly love continue.…"/>
          <p:cNvSpPr txBox="1"/>
          <p:nvPr>
            <p:ph type="body" idx="1"/>
          </p:nvPr>
        </p:nvSpPr>
        <p:spPr>
          <a:xfrm>
            <a:off x="1206500" y="5010504"/>
            <a:ext cx="21971000" cy="8256012"/>
          </a:xfrm>
          <a:prstGeom prst="rect">
            <a:avLst/>
          </a:prstGeom>
        </p:spPr>
        <p:txBody>
          <a:bodyPr/>
          <a:lstStyle/>
          <a:p>
            <a:pPr/>
            <a:r>
              <a:t>Let brotherly love continue.</a:t>
            </a:r>
          </a:p>
          <a:p>
            <a:pPr/>
            <a:r>
              <a:t>Do not neglect to show hospitality to strangers.</a:t>
            </a:r>
          </a:p>
          <a:p>
            <a:pPr/>
            <a:r>
              <a:t>Remember the prisoners &amp; mistreated.</a:t>
            </a:r>
          </a:p>
          <a:p>
            <a:pPr/>
            <a:r>
              <a:t>Let marriage be held in high honor.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What does God expect of His people,…"/>
          <p:cNvSpPr txBox="1"/>
          <p:nvPr>
            <p:ph type="title"/>
          </p:nvPr>
        </p:nvSpPr>
        <p:spPr>
          <a:xfrm>
            <a:off x="1206500" y="952500"/>
            <a:ext cx="21971000" cy="2281541"/>
          </a:xfrm>
          <a:prstGeom prst="rect">
            <a:avLst/>
          </a:prstGeom>
        </p:spPr>
        <p:txBody>
          <a:bodyPr/>
          <a:lstStyle/>
          <a:p>
            <a:pPr defTabSz="1853137">
              <a:defRPr spc="-158" sz="7904"/>
            </a:pPr>
            <a:r>
              <a:t>What does God expect of His people,</a:t>
            </a:r>
          </a:p>
          <a:p>
            <a:pPr defTabSz="1853137">
              <a:defRPr spc="-158" sz="7904"/>
            </a:pPr>
            <a:r>
              <a:t>the church?</a:t>
            </a:r>
          </a:p>
        </p:txBody>
      </p:sp>
      <p:sp>
        <p:nvSpPr>
          <p:cNvPr id="195" name="vv. 1-7, 17-18"/>
          <p:cNvSpPr txBox="1"/>
          <p:nvPr>
            <p:ph type="body" idx="21"/>
          </p:nvPr>
        </p:nvSpPr>
        <p:spPr>
          <a:xfrm>
            <a:off x="1206500" y="3287362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1-7, 17-18</a:t>
            </a:r>
          </a:p>
        </p:txBody>
      </p:sp>
      <p:sp>
        <p:nvSpPr>
          <p:cNvPr id="196" name="Let brotherly love continue.…"/>
          <p:cNvSpPr txBox="1"/>
          <p:nvPr>
            <p:ph type="body" idx="1"/>
          </p:nvPr>
        </p:nvSpPr>
        <p:spPr>
          <a:xfrm>
            <a:off x="1206500" y="5010504"/>
            <a:ext cx="21971000" cy="8256012"/>
          </a:xfrm>
          <a:prstGeom prst="rect">
            <a:avLst/>
          </a:prstGeom>
        </p:spPr>
        <p:txBody>
          <a:bodyPr/>
          <a:lstStyle/>
          <a:p>
            <a:pPr/>
            <a:r>
              <a:t>Let brotherly love continue.</a:t>
            </a:r>
          </a:p>
          <a:p>
            <a:pPr/>
            <a:r>
              <a:t>Do not neglect to show hospitality to strangers.</a:t>
            </a:r>
          </a:p>
          <a:p>
            <a:pPr/>
            <a:r>
              <a:t>Remember the prisoners &amp; mistreated.</a:t>
            </a:r>
          </a:p>
          <a:p>
            <a:pPr/>
            <a:r>
              <a:t>Let marriage be held in high honor.</a:t>
            </a:r>
          </a:p>
          <a:p>
            <a:pPr/>
            <a:r>
              <a:t>Be content with what you have.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What does God expect of His people,…"/>
          <p:cNvSpPr txBox="1"/>
          <p:nvPr>
            <p:ph type="title"/>
          </p:nvPr>
        </p:nvSpPr>
        <p:spPr>
          <a:xfrm>
            <a:off x="1206500" y="952500"/>
            <a:ext cx="21971000" cy="2281541"/>
          </a:xfrm>
          <a:prstGeom prst="rect">
            <a:avLst/>
          </a:prstGeom>
        </p:spPr>
        <p:txBody>
          <a:bodyPr/>
          <a:lstStyle/>
          <a:p>
            <a:pPr defTabSz="1853137">
              <a:defRPr spc="-158" sz="7904"/>
            </a:pPr>
            <a:r>
              <a:t>What does God expect of His people,</a:t>
            </a:r>
          </a:p>
          <a:p>
            <a:pPr defTabSz="1853137">
              <a:defRPr spc="-158" sz="7904"/>
            </a:pPr>
            <a:r>
              <a:t>the church?</a:t>
            </a:r>
          </a:p>
        </p:txBody>
      </p:sp>
      <p:sp>
        <p:nvSpPr>
          <p:cNvPr id="199" name="vv. 1-7, 17-18"/>
          <p:cNvSpPr txBox="1"/>
          <p:nvPr>
            <p:ph type="body" idx="21"/>
          </p:nvPr>
        </p:nvSpPr>
        <p:spPr>
          <a:xfrm>
            <a:off x="1206500" y="3287362"/>
            <a:ext cx="21971000" cy="9347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1609303">
              <a:lnSpc>
                <a:spcPct val="80000"/>
              </a:lnSpc>
              <a:defRPr spc="-112" sz="5610"/>
            </a:lvl1pPr>
          </a:lstStyle>
          <a:p>
            <a:pPr/>
            <a:r>
              <a:t>vv. 1-7, 17-18</a:t>
            </a:r>
          </a:p>
        </p:txBody>
      </p:sp>
      <p:sp>
        <p:nvSpPr>
          <p:cNvPr id="200" name="Let brotherly love continue.…"/>
          <p:cNvSpPr txBox="1"/>
          <p:nvPr>
            <p:ph type="body" idx="1"/>
          </p:nvPr>
        </p:nvSpPr>
        <p:spPr>
          <a:xfrm>
            <a:off x="1206500" y="5010504"/>
            <a:ext cx="21971000" cy="8256012"/>
          </a:xfrm>
          <a:prstGeom prst="rect">
            <a:avLst/>
          </a:prstGeom>
        </p:spPr>
        <p:txBody>
          <a:bodyPr/>
          <a:lstStyle/>
          <a:p>
            <a:pPr/>
            <a:r>
              <a:t>Let brotherly love continue.</a:t>
            </a:r>
          </a:p>
          <a:p>
            <a:pPr/>
            <a:r>
              <a:t>Do not neglect to show hospitality to strangers.</a:t>
            </a:r>
          </a:p>
          <a:p>
            <a:pPr/>
            <a:r>
              <a:t>Remember the prisoners &amp; mistreated.</a:t>
            </a:r>
          </a:p>
          <a:p>
            <a:pPr/>
            <a:r>
              <a:t>Let marriage be held in high honor.</a:t>
            </a:r>
          </a:p>
          <a:p>
            <a:pPr/>
            <a:r>
              <a:t>Be content with what you have.</a:t>
            </a:r>
          </a:p>
          <a:p>
            <a:pPr/>
            <a:r>
              <a:t>Remember &amp; obey your leaders.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Questions to Consider"/>
          <p:cNvSpPr txBox="1"/>
          <p:nvPr/>
        </p:nvSpPr>
        <p:spPr>
          <a:xfrm>
            <a:off x="2366440" y="2967330"/>
            <a:ext cx="19651121" cy="1676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208" sz="10400"/>
            </a:lvl1pPr>
          </a:lstStyle>
          <a:p>
            <a:pPr/>
            <a:r>
              <a:t>Questions to Consider</a:t>
            </a:r>
          </a:p>
        </p:txBody>
      </p:sp>
      <p:sp>
        <p:nvSpPr>
          <p:cNvPr id="203" name="Text"/>
          <p:cNvSpPr txBox="1"/>
          <p:nvPr/>
        </p:nvSpPr>
        <p:spPr>
          <a:xfrm>
            <a:off x="6767543" y="6168806"/>
            <a:ext cx="10848914" cy="137838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defRPr b="1" spc="-170" sz="85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Questions to Consid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Questions to Consider</a:t>
            </a:r>
          </a:p>
        </p:txBody>
      </p:sp>
      <p:sp>
        <p:nvSpPr>
          <p:cNvPr id="206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07" name="What areas do you need to ask God to help you in?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609600" indent="-609600">
              <a:defRPr sz="7400"/>
            </a:lvl1pPr>
          </a:lstStyle>
          <a:p>
            <a:pPr/>
            <a:r>
              <a:t>What areas do you need to ask God to help you in?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Questions to Consid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Questions to Consider</a:t>
            </a:r>
          </a:p>
        </p:txBody>
      </p:sp>
      <p:sp>
        <p:nvSpPr>
          <p:cNvPr id="210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11" name="What areas do you need to ask God to help you in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What areas do you need to ask God to help you in?</a:t>
            </a:r>
          </a:p>
          <a:p>
            <a:pPr marL="609600" indent="-609600">
              <a:defRPr sz="7400"/>
            </a:pPr>
            <a:r>
              <a:t>How can you celebrate and keep doing what He has called you to?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Questions to Consid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048204">
              <a:defRPr spc="-174" sz="8736"/>
            </a:lvl1pPr>
          </a:lstStyle>
          <a:p>
            <a:pPr/>
            <a:r>
              <a:t>Questions to Consider</a:t>
            </a:r>
          </a:p>
        </p:txBody>
      </p:sp>
      <p:sp>
        <p:nvSpPr>
          <p:cNvPr id="214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defTabSz="1609303">
              <a:lnSpc>
                <a:spcPct val="80000"/>
              </a:lnSpc>
              <a:defRPr spc="-112" sz="5610"/>
            </a:pPr>
          </a:p>
        </p:txBody>
      </p:sp>
      <p:sp>
        <p:nvSpPr>
          <p:cNvPr id="215" name="What areas do you need to ask God to help you in?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609600" indent="-609600">
              <a:defRPr sz="7400"/>
            </a:pPr>
            <a:r>
              <a:t>What areas do you need to ask God to help you in?</a:t>
            </a:r>
          </a:p>
          <a:p>
            <a:pPr marL="609600" indent="-609600">
              <a:defRPr sz="7400"/>
            </a:pPr>
            <a:r>
              <a:t>How can you celebrate and keep doing what He has called you to?</a:t>
            </a:r>
          </a:p>
          <a:p>
            <a:pPr marL="609600" indent="-609600">
              <a:defRPr sz="7400"/>
            </a:pPr>
            <a:r>
              <a:t>Are there new areas that He is asking you to step out in?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