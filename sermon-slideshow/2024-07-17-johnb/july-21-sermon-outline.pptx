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5E6"/>
          </a:solidFill>
        </a:fill>
      </a:tcStyle>
    </a:wholeTbl>
    <a:band2H>
      <a:tcTxStyle b="def" i="def"/>
      <a:tcStyle>
        <a:tcBdr/>
        <a:fill>
          <a:solidFill>
            <a:srgbClr val="E6EBF3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4CA"/>
          </a:solidFill>
        </a:fill>
      </a:tcStyle>
    </a:wholeTbl>
    <a:band2H>
      <a:tcTxStyle b="def" i="def"/>
      <a:tcStyle>
        <a:tcBdr/>
        <a:fill>
          <a:solidFill>
            <a:srgbClr val="E7F2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CCBD6"/>
          </a:solidFill>
        </a:fill>
      </a:tcStyle>
    </a:wholeTbl>
    <a:band2H>
      <a:tcTxStyle b="def" i="def"/>
      <a:tcStyle>
        <a:tcBdr/>
        <a:fill>
          <a:solidFill>
            <a:srgbClr val="F6E7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6497" y="11839047"/>
            <a:ext cx="21971005" cy="636980"/>
          </a:xfrm>
          <a:prstGeom prst="rect">
            <a:avLst/>
          </a:prstGeom>
        </p:spPr>
        <p:txBody>
          <a:bodyPr lIns="45718" tIns="45718" rIns="45718" bIns="45718" numCol="1" spcCol="38100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6500" y="7196865"/>
            <a:ext cx="21971000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44689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 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Moss-covered rocks"/>
          <p:cNvSpPr/>
          <p:nvPr>
            <p:ph type="pic" sz="half" idx="21"/>
          </p:nvPr>
        </p:nvSpPr>
        <p:spPr>
          <a:xfrm>
            <a:off x="12052303" y="1270000"/>
            <a:ext cx="11188407" cy="11209889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245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Body Level One…"/>
          <p:cNvSpPr txBox="1"/>
          <p:nvPr>
            <p:ph type="body" sz="quarter" idx="1" hasCustomPrompt="1"/>
          </p:nvPr>
        </p:nvSpPr>
        <p:spPr>
          <a:xfrm>
            <a:off x="1206500" y="2245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3" name="Large rock formation under dark clouds with a dirt road in the foreground"/>
          <p:cNvSpPr/>
          <p:nvPr>
            <p:ph type="pic" idx="22"/>
          </p:nvPr>
        </p:nvSpPr>
        <p:spPr>
          <a:xfrm>
            <a:off x="6380200" y="1263847"/>
            <a:ext cx="22529802" cy="11193472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Body Level One…"/>
          <p:cNvSpPr txBox="1"/>
          <p:nvPr>
            <p:ph type="body" sz="quarter" idx="1" hasCustomPrompt="1"/>
          </p:nvPr>
        </p:nvSpPr>
        <p:spPr>
          <a:xfrm>
            <a:off x="1206500" y="2245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Body Level One…"/>
          <p:cNvSpPr txBox="1"/>
          <p:nvPr>
            <p:ph type="body" sz="quarter" idx="1" hasCustomPrompt="1"/>
          </p:nvPr>
        </p:nvSpPr>
        <p:spPr>
          <a:xfrm>
            <a:off x="1206500" y="2245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245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245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quarter" idx="1" hasCustomPrompt="1"/>
          </p:nvPr>
        </p:nvSpPr>
        <p:spPr>
          <a:xfrm>
            <a:off x="1206500" y="8262180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algn="ctr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algn="ctr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algn="ctr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algn="ctr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Fact information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Body Level One…"/>
          <p:cNvSpPr txBox="1"/>
          <p:nvPr>
            <p:ph type="body" idx="21" hasCustomPrompt="1"/>
          </p:nvPr>
        </p:nvSpPr>
        <p:spPr>
          <a:xfrm>
            <a:off x="1206500" y="935257"/>
            <a:ext cx="21971000" cy="7359065"/>
          </a:xfrm>
          <a:prstGeom prst="rect">
            <a:avLst/>
          </a:prstGeom>
        </p:spPr>
        <p:txBody>
          <a:bodyPr numCol="1" spcCol="38100" anchor="b"/>
          <a:lstStyle/>
          <a:p>
            <a:pPr lvl="4" marL="0" indent="1207008" algn="ctr" defTabSz="1072868">
              <a:lnSpc>
                <a:spcPct val="80000"/>
              </a:lnSpc>
              <a:spcBef>
                <a:spcPts val="0"/>
              </a:spcBef>
              <a:buSzTx/>
              <a:buNone/>
              <a:defRPr b="1" spc="-132" sz="11000"/>
            </a:pPr>
            <a:r>
              <a:t>100%
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80824" y="10675453"/>
            <a:ext cx="201492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 anchor="ctr"/>
          <a:lstStyle/>
          <a:p>
            <a:pPr lvl="4" marL="0" indent="1409446" defTabSz="1511769">
              <a:spcBef>
                <a:spcPts val="0"/>
              </a:spcBef>
              <a:buSzTx/>
              <a:buNone/>
              <a:defRPr spc="-124" sz="527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“Notable Quote”
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wild plants growing between rocks"/>
          <p:cNvSpPr/>
          <p:nvPr>
            <p:ph type="pic" sz="quarter" idx="21"/>
          </p:nvPr>
        </p:nvSpPr>
        <p:spPr>
          <a:xfrm>
            <a:off x="15430500" y="7085409"/>
            <a:ext cx="8128000" cy="5410202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Large rock formation under dark clouds with a dirt road in the foreground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Close-up of a wild plant growing between lava rocks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fall surrounded by a green rocky landscape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sz="quarter" idx="1"/>
          </p:nvPr>
        </p:nvSpPr>
        <p:spPr>
          <a:xfrm>
            <a:off x="1206499" y="11839047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The Compassionate King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Who Do You Worship?</a:t>
            </a:r>
          </a:p>
        </p:txBody>
      </p:sp>
      <p:sp>
        <p:nvSpPr>
          <p:cNvPr id="173" name="2 Samuel 9:1-13"/>
          <p:cNvSpPr txBox="1"/>
          <p:nvPr/>
        </p:nvSpPr>
        <p:spPr>
          <a:xfrm>
            <a:off x="1206500" y="7196865"/>
            <a:ext cx="21971000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>
                <a:solidFill>
                  <a:srgbClr val="FFFFFF"/>
                </a:solidFill>
              </a:defRPr>
            </a:lvl1pPr>
          </a:lstStyle>
          <a:p>
            <a:pPr/>
            <a:r>
              <a:t>Luke 4:1-11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Introduction</a:t>
            </a:r>
          </a:p>
        </p:txBody>
      </p:sp>
      <p:sp>
        <p:nvSpPr>
          <p:cNvPr id="176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200" sz="5600"/>
            </a:pPr>
          </a:p>
        </p:txBody>
      </p:sp>
      <p:sp>
        <p:nvSpPr>
          <p:cNvPr id="177" name="Slide bullet tex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609600" indent="-609600">
              <a:defRPr sz="9000"/>
            </a:lvl1pPr>
          </a:lstStyle>
          <a:p>
            <a:pPr/>
            <a:r>
              <a:t>An idol is anything that receives priority focus in our time, talent &amp; treasure above God.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26287">
              <a:lnSpc>
                <a:spcPct val="90000"/>
              </a:lnSpc>
              <a:spcBef>
                <a:spcPts val="3500"/>
              </a:spcBef>
              <a:defRPr spc="0" sz="7110"/>
            </a:lvl1pPr>
          </a:lstStyle>
          <a:p>
            <a:pPr/>
            <a:r>
              <a:t>Challenges often come after our greatest victories</a:t>
            </a:r>
          </a:p>
        </p:txBody>
      </p:sp>
      <p:sp>
        <p:nvSpPr>
          <p:cNvPr id="180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>
            <a:lvl1pPr defTabSz="1609303">
              <a:lnSpc>
                <a:spcPct val="80000"/>
              </a:lnSpc>
              <a:defRPr spc="-200" sz="5600"/>
            </a:lvl1pPr>
          </a:lstStyle>
          <a:p>
            <a:pPr/>
            <a:r>
              <a:t>(v.1)</a:t>
            </a:r>
          </a:p>
        </p:txBody>
      </p:sp>
      <p:sp>
        <p:nvSpPr>
          <p:cNvPr id="181" name="The Character of David.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609600" indent="-609600">
              <a:defRPr sz="9000"/>
            </a:lvl1pPr>
          </a:lstStyle>
          <a:p>
            <a:pPr/>
            <a:r>
              <a:t>Defeat will come if we attempt to fight the devil in our own strength (vv. 1-2)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pc="-200"/>
            </a:pPr>
          </a:p>
        </p:txBody>
      </p:sp>
      <p:sp>
        <p:nvSpPr>
          <p:cNvPr id="184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200" sz="5600"/>
            </a:pPr>
          </a:p>
        </p:txBody>
      </p:sp>
      <p:sp>
        <p:nvSpPr>
          <p:cNvPr id="185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buSzTx/>
              <a:buNone/>
              <a:defRPr b="1" sz="9000"/>
            </a:lvl1pPr>
          </a:lstStyle>
          <a:p>
            <a:pPr/>
            <a:r>
              <a:t>The devil uses questions to bring doubts (v. 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The devil uses questions to bring doubts</a:t>
            </a:r>
          </a:p>
        </p:txBody>
      </p:sp>
      <p:sp>
        <p:nvSpPr>
          <p:cNvPr id="188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>
            <a:lvl1pPr defTabSz="1609303">
              <a:lnSpc>
                <a:spcPct val="80000"/>
              </a:lnSpc>
              <a:defRPr spc="-200" sz="5600"/>
            </a:lvl1pPr>
          </a:lstStyle>
          <a:p>
            <a:pPr/>
            <a:r>
              <a:t>(v. 3)</a:t>
            </a:r>
          </a:p>
        </p:txBody>
      </p:sp>
      <p:sp>
        <p:nvSpPr>
          <p:cNvPr id="189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buSzTx/>
              <a:buNone/>
              <a:defRPr sz="9000"/>
            </a:pPr>
            <a:r>
              <a:t>Question 1: </a:t>
            </a:r>
          </a:p>
          <a:p>
            <a:pPr marL="0" indent="0">
              <a:buSzTx/>
              <a:buNone/>
              <a:defRPr sz="9000"/>
            </a:pPr>
            <a:r>
              <a:t>Will God take care of you? (v. 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The devil uses questions to bring doubts</a:t>
            </a:r>
          </a:p>
        </p:txBody>
      </p:sp>
      <p:sp>
        <p:nvSpPr>
          <p:cNvPr id="192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>
            <a:lvl1pPr defTabSz="1609303">
              <a:lnSpc>
                <a:spcPct val="80000"/>
              </a:lnSpc>
              <a:defRPr spc="-200" sz="5600"/>
            </a:lvl1pPr>
          </a:lstStyle>
          <a:p>
            <a:pPr/>
            <a:r>
              <a:t>(v. 3)</a:t>
            </a:r>
          </a:p>
        </p:txBody>
      </p:sp>
      <p:sp>
        <p:nvSpPr>
          <p:cNvPr id="193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buSzTx/>
              <a:buNone/>
              <a:defRPr sz="9000"/>
            </a:pPr>
            <a:r>
              <a:t>Question 1: </a:t>
            </a:r>
          </a:p>
          <a:p>
            <a:pPr marL="0" indent="0">
              <a:buSzTx/>
              <a:buNone/>
              <a:defRPr sz="9000"/>
            </a:pPr>
            <a:r>
              <a:t>Will God take care of you? (v. 3)</a:t>
            </a:r>
          </a:p>
          <a:p>
            <a:pPr marL="902368" indent="-902368">
              <a:buSzPct val="100000"/>
              <a:defRPr sz="9000"/>
            </a:pPr>
            <a:r>
              <a:t>Christ’s Response is our example. (v. 4) Deuteronomy 8:3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The devil uses questions to bring doubts</a:t>
            </a:r>
          </a:p>
        </p:txBody>
      </p:sp>
      <p:sp>
        <p:nvSpPr>
          <p:cNvPr id="196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>
            <a:lvl1pPr defTabSz="1609303">
              <a:lnSpc>
                <a:spcPct val="80000"/>
              </a:lnSpc>
              <a:defRPr spc="-200" sz="5600"/>
            </a:lvl1pPr>
          </a:lstStyle>
          <a:p>
            <a:pPr/>
            <a:r>
              <a:t>(v. 3)</a:t>
            </a:r>
          </a:p>
        </p:txBody>
      </p:sp>
      <p:sp>
        <p:nvSpPr>
          <p:cNvPr id="197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413954">
              <a:spcBef>
                <a:spcPts val="4400"/>
              </a:spcBef>
              <a:buSzTx/>
              <a:buNone/>
              <a:defRPr sz="8910"/>
            </a:pPr>
            <a:r>
              <a:t>Question 1: </a:t>
            </a:r>
          </a:p>
          <a:p>
            <a:pPr marL="0" indent="0" defTabSz="2413954">
              <a:spcBef>
                <a:spcPts val="4400"/>
              </a:spcBef>
              <a:buSzTx/>
              <a:buNone/>
              <a:defRPr sz="8910"/>
            </a:pPr>
            <a:r>
              <a:t>Will God take care of you? (v. 3)</a:t>
            </a:r>
          </a:p>
          <a:p>
            <a:pPr marL="893344" indent="-893344" defTabSz="2413954">
              <a:spcBef>
                <a:spcPts val="4400"/>
              </a:spcBef>
              <a:buSzPct val="100000"/>
              <a:defRPr sz="8910"/>
            </a:pPr>
            <a:r>
              <a:t>Christ’s Response is our example. (v. 4) Deuteronomy 8:3</a:t>
            </a:r>
          </a:p>
          <a:p>
            <a:pPr marL="893344" indent="-893344" defTabSz="2413954">
              <a:spcBef>
                <a:spcPts val="4400"/>
              </a:spcBef>
              <a:buSzPct val="100000"/>
              <a:defRPr sz="8910"/>
            </a:pPr>
            <a:r>
              <a:t>The Devil’s attacks can be constant. (v. 5)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The devil uses questions to bring doubts</a:t>
            </a:r>
          </a:p>
        </p:txBody>
      </p:sp>
      <p:sp>
        <p:nvSpPr>
          <p:cNvPr id="200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>
            <a:lvl1pPr defTabSz="1609303">
              <a:lnSpc>
                <a:spcPct val="80000"/>
              </a:lnSpc>
              <a:defRPr spc="-200" sz="5600"/>
            </a:lvl1pPr>
          </a:lstStyle>
          <a:p>
            <a:pPr/>
            <a:r>
              <a:t>(v. 3)</a:t>
            </a:r>
          </a:p>
        </p:txBody>
      </p:sp>
      <p:sp>
        <p:nvSpPr>
          <p:cNvPr id="201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buSzTx/>
              <a:buNone/>
              <a:defRPr sz="8400"/>
            </a:pPr>
            <a:r>
              <a:t>Question 2:</a:t>
            </a:r>
          </a:p>
          <a:p>
            <a:pPr marL="0" indent="0">
              <a:buSzTx/>
              <a:buNone/>
              <a:defRPr sz="8400"/>
            </a:pPr>
            <a:r>
              <a:t>Is God really worthy of your worship? (vv. 5-7)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The devil uses questions to bring doubts</a:t>
            </a:r>
          </a:p>
        </p:txBody>
      </p:sp>
      <p:sp>
        <p:nvSpPr>
          <p:cNvPr id="204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>
            <a:lvl1pPr defTabSz="1609303">
              <a:lnSpc>
                <a:spcPct val="80000"/>
              </a:lnSpc>
              <a:defRPr spc="-200" sz="5600"/>
            </a:lvl1pPr>
          </a:lstStyle>
          <a:p>
            <a:pPr/>
            <a:r>
              <a:t>(v. 3)</a:t>
            </a:r>
          </a:p>
        </p:txBody>
      </p:sp>
      <p:sp>
        <p:nvSpPr>
          <p:cNvPr id="205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buSzTx/>
              <a:buNone/>
              <a:defRPr sz="8300"/>
            </a:pPr>
            <a:r>
              <a:t>Question 2:</a:t>
            </a:r>
          </a:p>
          <a:p>
            <a:pPr marL="0" indent="0">
              <a:buSzTx/>
              <a:buNone/>
              <a:defRPr sz="8300"/>
            </a:pPr>
            <a:r>
              <a:t>Is God really worthy of your worship? (vv. 5-7)</a:t>
            </a:r>
          </a:p>
          <a:p>
            <a:pPr marL="902368" indent="-902368">
              <a:buSzPct val="100000"/>
              <a:defRPr sz="8300"/>
            </a:pPr>
            <a:r>
              <a:t>The Devil is a liar and offers us a delusion that he cannot carry out.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The devil uses questions to bring doubts</a:t>
            </a:r>
          </a:p>
        </p:txBody>
      </p:sp>
      <p:sp>
        <p:nvSpPr>
          <p:cNvPr id="208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>
            <a:lvl1pPr defTabSz="1609303">
              <a:lnSpc>
                <a:spcPct val="80000"/>
              </a:lnSpc>
              <a:defRPr spc="-200" sz="5600"/>
            </a:lvl1pPr>
          </a:lstStyle>
          <a:p>
            <a:pPr/>
            <a:r>
              <a:t>(v. 3)</a:t>
            </a:r>
          </a:p>
        </p:txBody>
      </p:sp>
      <p:sp>
        <p:nvSpPr>
          <p:cNvPr id="209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170120">
              <a:spcBef>
                <a:spcPts val="4000"/>
              </a:spcBef>
              <a:buSzTx/>
              <a:buNone/>
              <a:defRPr sz="8010"/>
            </a:pPr>
            <a:r>
              <a:t>Question 2:</a:t>
            </a:r>
          </a:p>
          <a:p>
            <a:pPr marL="0" indent="0" defTabSz="2170120">
              <a:spcBef>
                <a:spcPts val="4000"/>
              </a:spcBef>
              <a:buSzTx/>
              <a:buNone/>
              <a:defRPr sz="8010"/>
            </a:pPr>
            <a:r>
              <a:t>Is God really worthy of your worship? (vv. 5-7)</a:t>
            </a:r>
          </a:p>
          <a:p>
            <a:pPr marL="803107" indent="-803107" defTabSz="2170120">
              <a:spcBef>
                <a:spcPts val="4000"/>
              </a:spcBef>
              <a:buSzPct val="100000"/>
              <a:defRPr sz="8010"/>
            </a:pPr>
            <a:r>
              <a:t>The Devil is a liar and offers us a delusion that he cannot carry out.</a:t>
            </a:r>
          </a:p>
          <a:p>
            <a:pPr marL="803107" indent="-803107" defTabSz="2170120">
              <a:spcBef>
                <a:spcPts val="4000"/>
              </a:spcBef>
              <a:buSzPct val="100000"/>
              <a:defRPr sz="8010"/>
            </a:pPr>
            <a:r>
              <a:t>The idol of deception is bought into greedily by selfish humanity.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The devil uses questions to bring doubts</a:t>
            </a:r>
          </a:p>
        </p:txBody>
      </p:sp>
      <p:sp>
        <p:nvSpPr>
          <p:cNvPr id="212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>
            <a:lvl1pPr defTabSz="1609303">
              <a:lnSpc>
                <a:spcPct val="80000"/>
              </a:lnSpc>
              <a:defRPr spc="-200" sz="5600"/>
            </a:lvl1pPr>
          </a:lstStyle>
          <a:p>
            <a:pPr/>
            <a:r>
              <a:t>(v. 3)</a:t>
            </a:r>
          </a:p>
        </p:txBody>
      </p:sp>
      <p:sp>
        <p:nvSpPr>
          <p:cNvPr id="213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buSzTx/>
              <a:buNone/>
              <a:defRPr sz="9000"/>
            </a:pPr>
            <a:r>
              <a:t>Question 3:</a:t>
            </a:r>
          </a:p>
          <a:p>
            <a:pPr marL="0" indent="0">
              <a:buSzTx/>
              <a:buNone/>
              <a:defRPr sz="9000"/>
            </a:pPr>
            <a:r>
              <a:t>Does God really love you? (vv. 8-11)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The devil uses questions to bring doubts</a:t>
            </a:r>
          </a:p>
        </p:txBody>
      </p:sp>
      <p:sp>
        <p:nvSpPr>
          <p:cNvPr id="216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>
            <a:lvl1pPr defTabSz="1609303">
              <a:lnSpc>
                <a:spcPct val="80000"/>
              </a:lnSpc>
              <a:defRPr spc="-200" sz="5600"/>
            </a:lvl1pPr>
          </a:lstStyle>
          <a:p>
            <a:pPr/>
            <a:r>
              <a:t>(v. 3)</a:t>
            </a:r>
          </a:p>
        </p:txBody>
      </p:sp>
      <p:sp>
        <p:nvSpPr>
          <p:cNvPr id="217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buSzTx/>
              <a:buNone/>
              <a:defRPr sz="9000"/>
            </a:pPr>
            <a:r>
              <a:t>Question 3:</a:t>
            </a:r>
          </a:p>
          <a:p>
            <a:pPr marL="0" indent="0">
              <a:buSzTx/>
              <a:buNone/>
              <a:defRPr sz="9000"/>
            </a:pPr>
            <a:r>
              <a:t>Does God really love you? (vv. 8-11)</a:t>
            </a:r>
          </a:p>
          <a:p>
            <a:pPr marL="902368" indent="-902368">
              <a:buSzPct val="100000"/>
              <a:defRPr sz="9000"/>
            </a:pPr>
            <a:r>
              <a:t>The devil loves to use Scripture wrongly.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pc="-200"/>
            </a:pPr>
          </a:p>
        </p:txBody>
      </p:sp>
      <p:sp>
        <p:nvSpPr>
          <p:cNvPr id="220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200" sz="5600"/>
            </a:pPr>
          </a:p>
        </p:txBody>
      </p:sp>
      <p:sp>
        <p:nvSpPr>
          <p:cNvPr id="221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buSzTx/>
              <a:buNone/>
              <a:defRPr b="1" sz="9000"/>
            </a:lvl1pPr>
          </a:lstStyle>
          <a:p>
            <a:pPr/>
            <a:r>
              <a:t>Conclusion: Who do you worship?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lnSpc>
                <a:spcPct val="90000"/>
              </a:lnSpc>
              <a:spcBef>
                <a:spcPts val="4400"/>
              </a:spcBef>
              <a:defRPr b="0" spc="0" sz="8910"/>
            </a:lvl1pPr>
          </a:lstStyle>
          <a:p>
            <a:pPr/>
            <a:r>
              <a:t>Conclusion: Who do you worship?</a:t>
            </a:r>
          </a:p>
        </p:txBody>
      </p:sp>
      <p:sp>
        <p:nvSpPr>
          <p:cNvPr id="224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200" sz="5600"/>
            </a:pPr>
          </a:p>
        </p:txBody>
      </p:sp>
      <p:sp>
        <p:nvSpPr>
          <p:cNvPr id="225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902368" indent="-902368">
              <a:buSzPct val="100000"/>
              <a:defRPr sz="7300"/>
            </a:lvl1pPr>
          </a:lstStyle>
          <a:p>
            <a:pPr/>
            <a:r>
              <a:t>What is the devil making you question in your life?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lnSpc>
                <a:spcPct val="90000"/>
              </a:lnSpc>
              <a:spcBef>
                <a:spcPts val="4400"/>
              </a:spcBef>
              <a:defRPr b="0" spc="0" sz="8910"/>
            </a:lvl1pPr>
          </a:lstStyle>
          <a:p>
            <a:pPr/>
            <a:r>
              <a:t>Conclusion: Who do you worship?</a:t>
            </a:r>
          </a:p>
        </p:txBody>
      </p:sp>
      <p:sp>
        <p:nvSpPr>
          <p:cNvPr id="228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200" sz="5600"/>
            </a:pPr>
          </a:p>
        </p:txBody>
      </p:sp>
      <p:sp>
        <p:nvSpPr>
          <p:cNvPr id="229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902368" indent="-902368">
              <a:buSzPct val="100000"/>
              <a:defRPr sz="7300"/>
            </a:pPr>
            <a:r>
              <a:t>What is the devil making you question in your life?</a:t>
            </a:r>
          </a:p>
          <a:p>
            <a:pPr marL="902368" indent="-902368">
              <a:buSzPct val="100000"/>
              <a:defRPr sz="7300"/>
            </a:pPr>
            <a:r>
              <a:t>What good things have you allowed to become idols?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lnSpc>
                <a:spcPct val="90000"/>
              </a:lnSpc>
              <a:spcBef>
                <a:spcPts val="4400"/>
              </a:spcBef>
              <a:defRPr b="0" spc="0" sz="8910"/>
            </a:lvl1pPr>
          </a:lstStyle>
          <a:p>
            <a:pPr/>
            <a:r>
              <a:t>Conclusion: Who do you worship?</a:t>
            </a:r>
          </a:p>
        </p:txBody>
      </p:sp>
      <p:sp>
        <p:nvSpPr>
          <p:cNvPr id="232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200" sz="5600"/>
            </a:pPr>
          </a:p>
        </p:txBody>
      </p:sp>
      <p:sp>
        <p:nvSpPr>
          <p:cNvPr id="233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739942" indent="-739942" defTabSz="1999437">
              <a:spcBef>
                <a:spcPts val="3600"/>
              </a:spcBef>
              <a:buSzPct val="100000"/>
              <a:defRPr sz="7380"/>
            </a:pPr>
            <a:r>
              <a:t>What is the devil making you question in your life?</a:t>
            </a:r>
          </a:p>
          <a:p>
            <a:pPr marL="739942" indent="-739942" defTabSz="1999437">
              <a:spcBef>
                <a:spcPts val="3600"/>
              </a:spcBef>
              <a:buSzPct val="100000"/>
              <a:defRPr sz="7380"/>
            </a:pPr>
            <a:r>
              <a:t>What good things have you allowed to become idols?</a:t>
            </a:r>
          </a:p>
          <a:p>
            <a:pPr marL="739942" indent="-739942" defTabSz="1999437">
              <a:spcBef>
                <a:spcPts val="3600"/>
              </a:spcBef>
              <a:buSzPct val="100000"/>
              <a:defRPr sz="7380"/>
            </a:pPr>
            <a:r>
              <a:t>How will you practically make choices that will protect you from setting up idols or maybe how will you tear down the ones you have?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lnSpc>
                <a:spcPct val="90000"/>
              </a:lnSpc>
              <a:spcBef>
                <a:spcPts val="4400"/>
              </a:spcBef>
              <a:defRPr b="0" spc="0" sz="8910"/>
            </a:lvl1pPr>
          </a:lstStyle>
          <a:p>
            <a:pPr/>
            <a:r>
              <a:t>Remember:</a:t>
            </a:r>
          </a:p>
        </p:txBody>
      </p:sp>
      <p:sp>
        <p:nvSpPr>
          <p:cNvPr id="236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200" sz="5600"/>
            </a:pPr>
          </a:p>
        </p:txBody>
      </p:sp>
      <p:sp>
        <p:nvSpPr>
          <p:cNvPr id="237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902368" indent="-902368">
              <a:buSzPct val="100000"/>
              <a:defRPr sz="9000"/>
            </a:lvl1pPr>
          </a:lstStyle>
          <a:p>
            <a:pPr/>
            <a:r>
              <a:t>Be focused on Christ.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lnSpc>
                <a:spcPct val="90000"/>
              </a:lnSpc>
              <a:spcBef>
                <a:spcPts val="4400"/>
              </a:spcBef>
              <a:defRPr b="0" spc="0" sz="8910"/>
            </a:lvl1pPr>
          </a:lstStyle>
          <a:p>
            <a:pPr/>
            <a:r>
              <a:t>Remember:</a:t>
            </a:r>
          </a:p>
        </p:txBody>
      </p:sp>
      <p:sp>
        <p:nvSpPr>
          <p:cNvPr id="240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200" sz="5600"/>
            </a:pPr>
          </a:p>
        </p:txBody>
      </p:sp>
      <p:sp>
        <p:nvSpPr>
          <p:cNvPr id="241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902368" indent="-902368">
              <a:buSzPct val="100000"/>
              <a:defRPr sz="9000"/>
            </a:pPr>
            <a:r>
              <a:t>Be focused on Christ.</a:t>
            </a:r>
          </a:p>
          <a:p>
            <a:pPr marL="902368" indent="-902368">
              <a:buSzPct val="100000"/>
              <a:defRPr sz="9000"/>
            </a:pPr>
            <a:r>
              <a:t>Be aware that attacks are imminent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Is Anyone Lef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lnSpc>
                <a:spcPct val="90000"/>
              </a:lnSpc>
              <a:spcBef>
                <a:spcPts val="4400"/>
              </a:spcBef>
              <a:defRPr b="0" spc="0" sz="8910"/>
            </a:lvl1pPr>
          </a:lstStyle>
          <a:p>
            <a:pPr/>
            <a:r>
              <a:t>Remember:</a:t>
            </a:r>
          </a:p>
        </p:txBody>
      </p:sp>
      <p:sp>
        <p:nvSpPr>
          <p:cNvPr id="244" name="(vv.1-5)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200" sz="5600"/>
            </a:pPr>
          </a:p>
        </p:txBody>
      </p:sp>
      <p:sp>
        <p:nvSpPr>
          <p:cNvPr id="245" name="The Character of David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902368" indent="-902368">
              <a:buSzPct val="100000"/>
              <a:defRPr sz="9000"/>
            </a:pPr>
            <a:r>
              <a:t>Be focused on Christ.</a:t>
            </a:r>
          </a:p>
          <a:p>
            <a:pPr marL="902368" indent="-902368">
              <a:buSzPct val="100000"/>
              <a:defRPr sz="9000"/>
            </a:pPr>
            <a:r>
              <a:t>Be aware that attacks are imminent</a:t>
            </a:r>
          </a:p>
          <a:p>
            <a:pPr marL="902368" indent="-902368">
              <a:buSzPct val="100000"/>
              <a:defRPr sz="9000"/>
            </a:pPr>
            <a:r>
              <a:t>Be in the Word &amp; know the Word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