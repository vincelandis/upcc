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The Compassionate King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Compassionate King</a:t>
            </a:r>
          </a:p>
        </p:txBody>
      </p:sp>
      <p:sp>
        <p:nvSpPr>
          <p:cNvPr id="173" name="2 Samuel 9:1-13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 Samuel 9:1-13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Is Anyone Left?</a:t>
            </a:r>
          </a:p>
        </p:txBody>
      </p:sp>
      <p:sp>
        <p:nvSpPr>
          <p:cNvPr id="176" name="(vv.1-5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(vv.1-5)</a:t>
            </a:r>
          </a:p>
        </p:txBody>
      </p:sp>
      <p:sp>
        <p:nvSpPr>
          <p:cNvPr id="177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Is Anyone Left?</a:t>
            </a:r>
          </a:p>
        </p:txBody>
      </p:sp>
      <p:sp>
        <p:nvSpPr>
          <p:cNvPr id="180" name="(vv.1-5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(vv.1-5)</a:t>
            </a:r>
          </a:p>
        </p:txBody>
      </p:sp>
      <p:sp>
        <p:nvSpPr>
          <p:cNvPr id="181" name="The Character of David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9000"/>
            </a:lvl1pPr>
          </a:lstStyle>
          <a:p>
            <a:pPr/>
            <a:r>
              <a:t>The Character of David.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Is Anyone Left?</a:t>
            </a:r>
          </a:p>
        </p:txBody>
      </p:sp>
      <p:sp>
        <p:nvSpPr>
          <p:cNvPr id="184" name="(vv.1-5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(vv.1-5)</a:t>
            </a:r>
          </a:p>
        </p:txBody>
      </p:sp>
      <p:sp>
        <p:nvSpPr>
          <p:cNvPr id="185" name="The Character of David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  <a:r>
              <a:t>The Character of David.</a:t>
            </a:r>
          </a:p>
          <a:p>
            <a:pPr marL="609600" indent="-609600">
              <a:defRPr sz="9000"/>
            </a:pPr>
            <a:r>
              <a:t>The Investigation by David.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Is Anyone Left?</a:t>
            </a:r>
          </a:p>
        </p:txBody>
      </p:sp>
      <p:sp>
        <p:nvSpPr>
          <p:cNvPr id="188" name="(vv.1-5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(vv.1-5)</a:t>
            </a:r>
          </a:p>
        </p:txBody>
      </p:sp>
      <p:sp>
        <p:nvSpPr>
          <p:cNvPr id="189" name="The Character of David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  <a:r>
              <a:t>The Character of David.</a:t>
            </a:r>
          </a:p>
          <a:p>
            <a:pPr marL="609600" indent="-609600">
              <a:defRPr sz="9000"/>
            </a:pPr>
            <a:r>
              <a:t>The Investigation by David.</a:t>
            </a:r>
          </a:p>
          <a:p>
            <a:pPr marL="609600" indent="-609600">
              <a:defRPr sz="9000"/>
            </a:pPr>
            <a:r>
              <a:t>The Pursuit by David.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I Am Your Ser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Am Your Servant</a:t>
            </a:r>
          </a:p>
        </p:txBody>
      </p:sp>
      <p:sp>
        <p:nvSpPr>
          <p:cNvPr id="192" name="(vv.6-8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(vv.6-8)</a:t>
            </a:r>
          </a:p>
        </p:txBody>
      </p:sp>
      <p:sp>
        <p:nvSpPr>
          <p:cNvPr id="193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I Am Your Ser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Am Your Servant</a:t>
            </a:r>
          </a:p>
        </p:txBody>
      </p:sp>
      <p:sp>
        <p:nvSpPr>
          <p:cNvPr id="196" name="(vv.6-8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(vv.6-8)</a:t>
            </a:r>
          </a:p>
        </p:txBody>
      </p:sp>
      <p:sp>
        <p:nvSpPr>
          <p:cNvPr id="197" name="The Fear of Mephibosheth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9000"/>
            </a:lvl1pPr>
          </a:lstStyle>
          <a:p>
            <a:pPr/>
            <a:r>
              <a:t>The Fear of Mephibosheth.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I Am Your Ser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Am Your Servant</a:t>
            </a:r>
          </a:p>
        </p:txBody>
      </p:sp>
      <p:sp>
        <p:nvSpPr>
          <p:cNvPr id="200" name="(vv.6-8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(vv.6-8)</a:t>
            </a:r>
          </a:p>
        </p:txBody>
      </p:sp>
      <p:sp>
        <p:nvSpPr>
          <p:cNvPr id="201" name="The Fear of Mephibosheth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  <a:r>
              <a:t>The Fear of Mephibosheth.</a:t>
            </a:r>
          </a:p>
          <a:p>
            <a:pPr marL="609600" indent="-609600">
              <a:defRPr sz="9000"/>
            </a:pPr>
            <a:r>
              <a:t>The Respect by Mephibosheth.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I Am Your Ser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Am Your Servant</a:t>
            </a:r>
          </a:p>
        </p:txBody>
      </p:sp>
      <p:sp>
        <p:nvSpPr>
          <p:cNvPr id="204" name="(vv.6-8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(vv.6-8)</a:t>
            </a:r>
          </a:p>
        </p:txBody>
      </p:sp>
      <p:sp>
        <p:nvSpPr>
          <p:cNvPr id="205" name="The Fear of Mephibosheth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  <a:r>
              <a:t>The Fear of Mephibosheth.</a:t>
            </a:r>
          </a:p>
          <a:p>
            <a:pPr marL="609600" indent="-609600">
              <a:defRPr sz="9000"/>
            </a:pPr>
            <a:r>
              <a:t>The Respect by Mephibosheth.</a:t>
            </a:r>
          </a:p>
          <a:p>
            <a:pPr marL="609600" indent="-609600">
              <a:defRPr sz="9000"/>
            </a:pPr>
            <a:r>
              <a:t>The Suspicion by Mephibosheth.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All that Belonged to Saul is You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that Belonged to Saul is Yours</a:t>
            </a:r>
          </a:p>
        </p:txBody>
      </p:sp>
      <p:sp>
        <p:nvSpPr>
          <p:cNvPr id="208" name="(vv.9-13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(vv.9-13)</a:t>
            </a:r>
          </a:p>
        </p:txBody>
      </p:sp>
      <p:sp>
        <p:nvSpPr>
          <p:cNvPr id="209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All that Belonged to Saul is You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that Belonged to Saul is Yours</a:t>
            </a:r>
          </a:p>
        </p:txBody>
      </p:sp>
      <p:sp>
        <p:nvSpPr>
          <p:cNvPr id="212" name="(vv.9-13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(vv.9-13)</a:t>
            </a:r>
          </a:p>
        </p:txBody>
      </p:sp>
      <p:sp>
        <p:nvSpPr>
          <p:cNvPr id="213" name="David’s Detailed Care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9000"/>
            </a:lvl1pPr>
          </a:lstStyle>
          <a:p>
            <a:pPr/>
            <a:r>
              <a:t>David’s Detailed Care.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All that Belonged to Saul is You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that Belonged to Saul is Yours</a:t>
            </a:r>
          </a:p>
        </p:txBody>
      </p:sp>
      <p:sp>
        <p:nvSpPr>
          <p:cNvPr id="216" name="(vv.9-13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(vv.9-13)</a:t>
            </a:r>
          </a:p>
        </p:txBody>
      </p:sp>
      <p:sp>
        <p:nvSpPr>
          <p:cNvPr id="217" name="David’s Detailed Car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  <a:r>
              <a:t>David’s Detailed Care.</a:t>
            </a:r>
          </a:p>
          <a:p>
            <a:pPr marL="609600" indent="-609600">
              <a:defRPr sz="9000"/>
            </a:pPr>
            <a:r>
              <a:t>David’s Deep Commitment.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All that Belonged to Saul is You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that Belonged to Saul is Yours</a:t>
            </a:r>
          </a:p>
        </p:txBody>
      </p:sp>
      <p:sp>
        <p:nvSpPr>
          <p:cNvPr id="220" name="(vv.9-13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(vv.9-13)</a:t>
            </a:r>
          </a:p>
        </p:txBody>
      </p:sp>
      <p:sp>
        <p:nvSpPr>
          <p:cNvPr id="221" name="David’s Detailed Car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  <a:r>
              <a:t>David’s Detailed Care.</a:t>
            </a:r>
          </a:p>
          <a:p>
            <a:pPr marL="609600" indent="-609600">
              <a:defRPr sz="9000"/>
            </a:pPr>
            <a:r>
              <a:t>David’s Deep Commitment.</a:t>
            </a:r>
          </a:p>
          <a:p>
            <a:pPr marL="609600" indent="-609600">
              <a:defRPr sz="9000"/>
            </a:pPr>
            <a:r>
              <a:t>David’s Genuine Heart.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David is a Picture of Chr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David is a Picture of Christ</a:t>
            </a:r>
          </a:p>
        </p:txBody>
      </p:sp>
      <p:sp>
        <p:nvSpPr>
          <p:cNvPr id="22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25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David is a Picture of Chr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David is a Picture of Christ</a:t>
            </a:r>
          </a:p>
        </p:txBody>
      </p:sp>
      <p:sp>
        <p:nvSpPr>
          <p:cNvPr id="22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29" name="We are sought after by God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9000"/>
            </a:lvl1pPr>
          </a:lstStyle>
          <a:p>
            <a:pPr/>
            <a:r>
              <a:t>We are sought after by God.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David is a Picture of Chr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David is a Picture of Christ</a:t>
            </a:r>
          </a:p>
        </p:txBody>
      </p:sp>
      <p:sp>
        <p:nvSpPr>
          <p:cNvPr id="23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33" name="We are sought after by God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  <a:r>
              <a:t>We are sought after by God.</a:t>
            </a:r>
          </a:p>
          <a:p>
            <a:pPr marL="609600" indent="-609600">
              <a:defRPr sz="9000"/>
            </a:pPr>
            <a:r>
              <a:t>We are unworthy of the love shown.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David is a Picture of Chr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David is a Picture of Christ</a:t>
            </a:r>
          </a:p>
        </p:txBody>
      </p:sp>
      <p:sp>
        <p:nvSpPr>
          <p:cNvPr id="23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37" name="We are sought after by God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9000"/>
            </a:pPr>
            <a:r>
              <a:t>We are sought after by God.</a:t>
            </a:r>
          </a:p>
          <a:p>
            <a:pPr marL="609600" indent="-609600">
              <a:defRPr sz="9000"/>
            </a:pPr>
            <a:r>
              <a:t>We are unworthy of the love shown.</a:t>
            </a:r>
          </a:p>
          <a:p>
            <a:pPr marL="609600" indent="-609600">
              <a:defRPr sz="9000"/>
            </a:pPr>
            <a:r>
              <a:t>We are made sons &amp; daughters.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4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41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599" indent="-609599">
              <a:defRPr sz="9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4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45" name="Who does God want you to reach out to?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599" indent="-609599">
              <a:defRPr sz="9000"/>
            </a:lvl1pPr>
          </a:lstStyle>
          <a:p>
            <a:pPr/>
            <a:r>
              <a:t>Who does God want you to reach out to?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4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49" name="Who does God want you to reach out to?…"/>
          <p:cNvSpPr txBox="1"/>
          <p:nvPr>
            <p:ph type="body" idx="1"/>
          </p:nvPr>
        </p:nvSpPr>
        <p:spPr>
          <a:xfrm>
            <a:off x="1206500" y="4261204"/>
            <a:ext cx="21971000" cy="8256012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9000"/>
            </a:pPr>
            <a:r>
              <a:t>Who does God want you to reach out to?</a:t>
            </a:r>
          </a:p>
          <a:p>
            <a:pPr marL="609599" indent="-609599">
              <a:defRPr sz="9000"/>
            </a:pPr>
            <a:r>
              <a:t>What hesitations do you have?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5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53" name="Who does God want you to reach out to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599" indent="-609599">
              <a:defRPr sz="9000"/>
            </a:pPr>
            <a:r>
              <a:t>Who does God want you to reach out to?</a:t>
            </a:r>
          </a:p>
          <a:p>
            <a:pPr marL="609599" indent="-609599">
              <a:defRPr sz="9000"/>
            </a:pPr>
            <a:r>
              <a:t>What hesitations do you have?</a:t>
            </a:r>
          </a:p>
          <a:p>
            <a:pPr marL="609599" indent="-609599">
              <a:defRPr sz="9000"/>
            </a:pPr>
            <a:r>
              <a:t>Have you accepted His gift?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75" sz="8760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5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57" name="Who does God want you to reach out to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599" indent="-609599">
              <a:defRPr sz="9000"/>
            </a:pPr>
            <a:r>
              <a:t>Who does God want you to reach out to?</a:t>
            </a:r>
          </a:p>
          <a:p>
            <a:pPr marL="609599" indent="-609599">
              <a:defRPr sz="9000"/>
            </a:pPr>
            <a:r>
              <a:t>What hesitations do you have?</a:t>
            </a:r>
          </a:p>
          <a:p>
            <a:pPr marL="609599" indent="-609599">
              <a:defRPr sz="9000"/>
            </a:pPr>
            <a:r>
              <a:t>Have you accepted His gift?</a:t>
            </a:r>
          </a:p>
          <a:p>
            <a:pPr marL="609599" indent="-609599">
              <a:defRPr sz="9000"/>
            </a:pPr>
            <a:r>
              <a:t>Are you enjoying your God?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61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