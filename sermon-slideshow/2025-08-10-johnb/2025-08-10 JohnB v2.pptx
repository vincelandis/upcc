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Moss-covered rocks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Large rock formation under dark clouds with a dirt road in the foreground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wild plants growing between rocks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arge rock formation under dark clouds with a dirt road in the foreground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ild plant growing between lava rocks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fall surrounded by a green rocky landscape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Who Do You Worship?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Who Do You Worship?</a:t>
            </a:r>
          </a:p>
        </p:txBody>
      </p:sp>
      <p:sp>
        <p:nvSpPr>
          <p:cNvPr id="173" name="Luke 4:1-11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7100"/>
            </a:lvl1pPr>
          </a:lstStyle>
          <a:p>
            <a:pPr/>
            <a:r>
              <a:t>Luke 4:1-11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An idol is anything that…"/>
          <p:cNvSpPr txBox="1"/>
          <p:nvPr/>
        </p:nvSpPr>
        <p:spPr>
          <a:xfrm>
            <a:off x="4652758" y="4589692"/>
            <a:ext cx="15078484" cy="4536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170" sz="8500"/>
            </a:pPr>
            <a:r>
              <a:t>An idol is anything that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defRPr b="1" spc="-170" sz="8500"/>
            </a:pPr>
            <a:r>
              <a:t>receives the priority focus of our time, talent &amp; treasure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defRPr b="1" spc="-170" sz="8500"/>
            </a:pPr>
            <a:r>
              <a:t>above God.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hallenges often come after our greatest victories."/>
          <p:cNvSpPr txBox="1"/>
          <p:nvPr/>
        </p:nvSpPr>
        <p:spPr>
          <a:xfrm>
            <a:off x="671093" y="2262025"/>
            <a:ext cx="23041813" cy="2974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Challenges often come after our greatest victories.</a:t>
            </a:r>
          </a:p>
        </p:txBody>
      </p:sp>
      <p:sp>
        <p:nvSpPr>
          <p:cNvPr id="178" name="(v. 1)"/>
          <p:cNvSpPr txBox="1"/>
          <p:nvPr/>
        </p:nvSpPr>
        <p:spPr>
          <a:xfrm>
            <a:off x="4652758" y="75277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(v. 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Defeat will come if we attempt to fight the devil in our own strength."/>
          <p:cNvSpPr txBox="1"/>
          <p:nvPr/>
        </p:nvSpPr>
        <p:spPr>
          <a:xfrm>
            <a:off x="671093" y="2262025"/>
            <a:ext cx="23041813" cy="2974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Defeat will come if we attempt to fight the devil in our own strength.</a:t>
            </a:r>
          </a:p>
        </p:txBody>
      </p:sp>
      <p:sp>
        <p:nvSpPr>
          <p:cNvPr id="181" name="(vv. 1-2)"/>
          <p:cNvSpPr txBox="1"/>
          <p:nvPr/>
        </p:nvSpPr>
        <p:spPr>
          <a:xfrm>
            <a:off x="4652758" y="75277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(vv. 1-2)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he devil uses questions to bring doubts."/>
          <p:cNvSpPr txBox="1"/>
          <p:nvPr/>
        </p:nvSpPr>
        <p:spPr>
          <a:xfrm>
            <a:off x="671093" y="2262025"/>
            <a:ext cx="23041813" cy="2974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The devil uses questions to bring doubts.</a:t>
            </a:r>
          </a:p>
        </p:txBody>
      </p:sp>
      <p:sp>
        <p:nvSpPr>
          <p:cNvPr id="184" name="(v. 3)"/>
          <p:cNvSpPr txBox="1"/>
          <p:nvPr/>
        </p:nvSpPr>
        <p:spPr>
          <a:xfrm>
            <a:off x="4652758" y="75277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(v. 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Question 1:"/>
          <p:cNvSpPr txBox="1"/>
          <p:nvPr/>
        </p:nvSpPr>
        <p:spPr>
          <a:xfrm>
            <a:off x="2366440" y="2967330"/>
            <a:ext cx="19651120" cy="167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Question 1:</a:t>
            </a:r>
          </a:p>
        </p:txBody>
      </p:sp>
      <p:sp>
        <p:nvSpPr>
          <p:cNvPr id="187" name="Will God take care of you?"/>
          <p:cNvSpPr txBox="1"/>
          <p:nvPr/>
        </p:nvSpPr>
        <p:spPr>
          <a:xfrm>
            <a:off x="6767543" y="5642435"/>
            <a:ext cx="10848914" cy="2431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Will God take care of you?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Question 1: Will God take care of you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 1: Will God take care of you?</a:t>
            </a:r>
          </a:p>
        </p:txBody>
      </p:sp>
      <p:sp>
        <p:nvSpPr>
          <p:cNvPr id="190" name="vv. 3-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3-5</a:t>
            </a:r>
          </a:p>
        </p:txBody>
      </p:sp>
      <p:sp>
        <p:nvSpPr>
          <p:cNvPr id="191" name="Christ’s Response is our example. (v. 4) Deuteronomy 8:3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Christ’s Response is our example. (v. 4) Deuteronomy 8:3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Question 1: Will God take care of you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 1: Will God take care of you?</a:t>
            </a:r>
          </a:p>
        </p:txBody>
      </p:sp>
      <p:sp>
        <p:nvSpPr>
          <p:cNvPr id="194" name="vv. 3-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3-5</a:t>
            </a:r>
          </a:p>
        </p:txBody>
      </p:sp>
      <p:sp>
        <p:nvSpPr>
          <p:cNvPr id="195" name="Christ’s Response is our example. (v. 4) Deuteronomy 8:3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Christ’s Response is our example. (v. 4) Deuteronomy 8:3</a:t>
            </a:r>
          </a:p>
          <a:p>
            <a:pPr marL="609600" indent="-609600">
              <a:defRPr sz="7400"/>
            </a:pPr>
            <a:r>
              <a:t>The Devil’s attacks can be constant. (v. 5)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Question 2:"/>
          <p:cNvSpPr txBox="1"/>
          <p:nvPr/>
        </p:nvSpPr>
        <p:spPr>
          <a:xfrm>
            <a:off x="2366440" y="2967330"/>
            <a:ext cx="19651120" cy="167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Question 2:</a:t>
            </a:r>
          </a:p>
        </p:txBody>
      </p:sp>
      <p:sp>
        <p:nvSpPr>
          <p:cNvPr id="198" name="Is God really worthy of your worship?"/>
          <p:cNvSpPr txBox="1"/>
          <p:nvPr/>
        </p:nvSpPr>
        <p:spPr>
          <a:xfrm>
            <a:off x="6767543" y="5642435"/>
            <a:ext cx="10848914" cy="2431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Is God really worthy of your worship?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Question 2: Is God really worthy of your worsh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51" sz="7592"/>
            </a:lvl1pPr>
          </a:lstStyle>
          <a:p>
            <a:pPr/>
            <a:r>
              <a:t>Question 2: Is God really worthy of your worship?</a:t>
            </a:r>
          </a:p>
        </p:txBody>
      </p:sp>
      <p:sp>
        <p:nvSpPr>
          <p:cNvPr id="201" name="vv. 5-7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5-7  </a:t>
            </a:r>
          </a:p>
        </p:txBody>
      </p:sp>
      <p:sp>
        <p:nvSpPr>
          <p:cNvPr id="202" name="The Devil is a liar and offers us a delusion that he cannot carry out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The Devil is a liar and offers us a delusion that he cannot carry out.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Question 2: Is God really worthy of your worsh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79987">
              <a:defRPr spc="-151" sz="7592"/>
            </a:lvl1pPr>
          </a:lstStyle>
          <a:p>
            <a:pPr/>
            <a:r>
              <a:t>Question 2: Is God really worthy of your worship?</a:t>
            </a:r>
          </a:p>
        </p:txBody>
      </p:sp>
      <p:sp>
        <p:nvSpPr>
          <p:cNvPr id="205" name="vv. 5-7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5-7  </a:t>
            </a:r>
          </a:p>
        </p:txBody>
      </p:sp>
      <p:sp>
        <p:nvSpPr>
          <p:cNvPr id="206" name="The Devil is a liar and offers us a delusion that he cannot carry ou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The Devil is a liar and offers us a delusion that he cannot carry out.</a:t>
            </a:r>
          </a:p>
          <a:p>
            <a:pPr marL="609600" indent="-609600">
              <a:defRPr sz="7400"/>
            </a:pPr>
            <a:r>
              <a:t>The idol of deception is bought into greedily by selfish humanity.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Question 3:"/>
          <p:cNvSpPr txBox="1"/>
          <p:nvPr/>
        </p:nvSpPr>
        <p:spPr>
          <a:xfrm>
            <a:off x="2366440" y="2967330"/>
            <a:ext cx="19651120" cy="167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Question 3:</a:t>
            </a:r>
          </a:p>
        </p:txBody>
      </p:sp>
      <p:sp>
        <p:nvSpPr>
          <p:cNvPr id="209" name="Does God really love you?"/>
          <p:cNvSpPr txBox="1"/>
          <p:nvPr/>
        </p:nvSpPr>
        <p:spPr>
          <a:xfrm>
            <a:off x="6767543" y="5642435"/>
            <a:ext cx="10848914" cy="2431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Does God really love you?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Question 3: Does God really love you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 3: Does God really love you? </a:t>
            </a:r>
          </a:p>
        </p:txBody>
      </p:sp>
      <p:sp>
        <p:nvSpPr>
          <p:cNvPr id="212" name="vv. 8-11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8-11  </a:t>
            </a:r>
          </a:p>
        </p:txBody>
      </p:sp>
      <p:sp>
        <p:nvSpPr>
          <p:cNvPr id="213" name="The devil loves to use Scripture wrong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The devil loves to use Scripture wrong.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Conclusion:"/>
          <p:cNvSpPr txBox="1"/>
          <p:nvPr/>
        </p:nvSpPr>
        <p:spPr>
          <a:xfrm>
            <a:off x="2366440" y="2967330"/>
            <a:ext cx="19651120" cy="167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Conclusion:</a:t>
            </a:r>
          </a:p>
        </p:txBody>
      </p:sp>
      <p:sp>
        <p:nvSpPr>
          <p:cNvPr id="216" name="Who do you worship?"/>
          <p:cNvSpPr txBox="1"/>
          <p:nvPr/>
        </p:nvSpPr>
        <p:spPr>
          <a:xfrm>
            <a:off x="6767543" y="6168806"/>
            <a:ext cx="1084891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Who do you worship?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onclusion: Who do you worsh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Conclusion: Who do you worship?</a:t>
            </a:r>
          </a:p>
        </p:txBody>
      </p:sp>
      <p:sp>
        <p:nvSpPr>
          <p:cNvPr id="21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20" name="What is the devil making you question in your life?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What is the devil making you question in your life?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onclusion: Who do you worsh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Conclusion: Who do you worship?</a:t>
            </a:r>
          </a:p>
        </p:txBody>
      </p:sp>
      <p:sp>
        <p:nvSpPr>
          <p:cNvPr id="22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24" name="What is the devil making you question in your life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What is the devil making you question in your life?</a:t>
            </a:r>
          </a:p>
          <a:p>
            <a:pPr marL="609600" indent="-609600">
              <a:defRPr sz="7400"/>
            </a:pPr>
            <a:r>
              <a:t>What good things have you allowed to become idols?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onclusion: Who do you worship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Conclusion: Who do you worship?</a:t>
            </a:r>
          </a:p>
        </p:txBody>
      </p:sp>
      <p:sp>
        <p:nvSpPr>
          <p:cNvPr id="22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28" name="What is the devil making you question in your life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What is the devil making you question in your life?</a:t>
            </a:r>
          </a:p>
          <a:p>
            <a:pPr marL="609600" indent="-609600">
              <a:defRPr sz="7400"/>
            </a:pPr>
            <a:r>
              <a:t>What good things have you allowed to become idols?</a:t>
            </a:r>
          </a:p>
          <a:p>
            <a:pPr marL="609600" indent="-609600">
              <a:defRPr sz="7400"/>
            </a:pPr>
            <a:r>
              <a:t>How will you practically make choices that will protect you from setting up idols, or how will you tear down the ones you have?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member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Remember:</a:t>
            </a:r>
          </a:p>
        </p:txBody>
      </p:sp>
      <p:sp>
        <p:nvSpPr>
          <p:cNvPr id="23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32" name="Be focused on Christ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Be focused on Christ.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member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Remember:</a:t>
            </a:r>
          </a:p>
        </p:txBody>
      </p:sp>
      <p:sp>
        <p:nvSpPr>
          <p:cNvPr id="23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36" name="Be focused on Chris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Be focused on Christ.</a:t>
            </a:r>
          </a:p>
          <a:p>
            <a:pPr marL="609600" indent="-609600">
              <a:defRPr sz="7400"/>
            </a:pPr>
            <a:r>
              <a:t>Be aware that attacks are imminent.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member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Remember:</a:t>
            </a:r>
          </a:p>
        </p:txBody>
      </p:sp>
      <p:sp>
        <p:nvSpPr>
          <p:cNvPr id="23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40" name="Be focused on Chris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Be focused on Christ.</a:t>
            </a:r>
          </a:p>
          <a:p>
            <a:pPr marL="609600" indent="-609600">
              <a:defRPr sz="7400"/>
            </a:pPr>
            <a:r>
              <a:t>Be aware that attacks are imminent.</a:t>
            </a:r>
          </a:p>
          <a:p>
            <a:pPr marL="609600" indent="-609600">
              <a:defRPr sz="7400"/>
            </a:pPr>
            <a:r>
              <a:t>Be in the Word and know the Word.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