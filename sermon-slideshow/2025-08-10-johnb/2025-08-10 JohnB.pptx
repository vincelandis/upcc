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381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381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400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1">
                  <a:lumOff val="13543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solidFill>
            <a:srgbClr val="014D80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009D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61D836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027002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E3E5E8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-613784"/>
              <a:lumOff val="1275"/>
            </a:schemeClr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4">
                  <a:hueOff val="-613784"/>
                  <a:lumOff val="1275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E3E5E8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E3E5E8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FF53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98195F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6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650E48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400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381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262727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42424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6498" y="11839048"/>
            <a:ext cx="21971003" cy="636979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6500" y="7196865"/>
            <a:ext cx="21971000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xfrm>
            <a:off x="12007748" y="13080999"/>
            <a:ext cx="368504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reen, hilly landscape"/>
          <p:cNvSpPr/>
          <p:nvPr>
            <p:ph type="pic" idx="21"/>
          </p:nvPr>
        </p:nvSpPr>
        <p:spPr>
          <a:xfrm>
            <a:off x="-431800" y="-4038600"/>
            <a:ext cx="29464000" cy="18034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44688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 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3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2403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4" name="Moss-covered rocks"/>
          <p:cNvSpPr/>
          <p:nvPr>
            <p:ph type="pic" sz="half" idx="21"/>
          </p:nvPr>
        </p:nvSpPr>
        <p:spPr>
          <a:xfrm>
            <a:off x="12052303" y="1270000"/>
            <a:ext cx="11188406" cy="1120988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Title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1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3" name="Large rock formation under dark clouds with a dirt road in the foreground"/>
          <p:cNvSpPr/>
          <p:nvPr>
            <p:ph type="pic" idx="22"/>
          </p:nvPr>
        </p:nvSpPr>
        <p:spPr>
          <a:xfrm>
            <a:off x="6380200" y="1263848"/>
            <a:ext cx="22529801" cy="1119347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Title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2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Title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2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952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952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7" name="Body Level One…"/>
          <p:cNvSpPr txBox="1"/>
          <p:nvPr>
            <p:ph type="body" idx="1" hasCustomPrompt="1"/>
          </p:nvPr>
        </p:nvSpPr>
        <p:spPr>
          <a:xfrm>
            <a:off x="1206500" y="935258"/>
            <a:ext cx="21971000" cy="7359063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80825" y="10675453"/>
            <a:ext cx="201492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 anchor="ctr"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Close-up of wild plants growing between rocks"/>
          <p:cNvSpPr/>
          <p:nvPr>
            <p:ph type="pic" sz="quarter" idx="21"/>
          </p:nvPr>
        </p:nvSpPr>
        <p:spPr>
          <a:xfrm>
            <a:off x="15430500" y="7085409"/>
            <a:ext cx="8128000" cy="54102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Large rock formation under dark clouds with a dirt road in the foreground"/>
          <p:cNvSpPr/>
          <p:nvPr>
            <p:ph type="pic" idx="22"/>
          </p:nvPr>
        </p:nvSpPr>
        <p:spPr>
          <a:xfrm>
            <a:off x="-2933700" y="1270000"/>
            <a:ext cx="22699133" cy="11277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Close-up of a wild plant growing between lava rocks"/>
          <p:cNvSpPr/>
          <p:nvPr>
            <p:ph type="pic" sz="quarter" idx="23"/>
          </p:nvPr>
        </p:nvSpPr>
        <p:spPr>
          <a:xfrm>
            <a:off x="15430500" y="1270000"/>
            <a:ext cx="8128000" cy="54102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waterfall surrounded by a green rocky landscape"/>
          <p:cNvSpPr/>
          <p:nvPr>
            <p:ph type="pic" idx="21"/>
          </p:nvPr>
        </p:nvSpPr>
        <p:spPr>
          <a:xfrm>
            <a:off x="-1511300" y="-3721100"/>
            <a:ext cx="28511500" cy="1903024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2" name="Who Do You Worship?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Who Do You Worship?</a:t>
            </a:r>
          </a:p>
        </p:txBody>
      </p:sp>
      <p:sp>
        <p:nvSpPr>
          <p:cNvPr id="173" name="Luke 4:1-11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7100"/>
            </a:lvl1pPr>
          </a:lstStyle>
          <a:p>
            <a:pPr/>
            <a:r>
              <a:t>Luke 4:1-11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Introduction"/>
          <p:cNvSpPr txBox="1"/>
          <p:nvPr/>
        </p:nvSpPr>
        <p:spPr>
          <a:xfrm>
            <a:off x="671093" y="2911016"/>
            <a:ext cx="23041813" cy="1676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lnSpc>
                <a:spcPct val="80000"/>
              </a:lnSpc>
              <a:spcBef>
                <a:spcPts val="0"/>
              </a:spcBef>
              <a:defRPr b="1" spc="-208" sz="10400"/>
            </a:lvl1pPr>
          </a:lstStyle>
          <a:p>
            <a:pPr/>
            <a:r>
              <a:t>Introduction</a:t>
            </a:r>
          </a:p>
        </p:txBody>
      </p:sp>
      <p:sp>
        <p:nvSpPr>
          <p:cNvPr id="176" name="An idol is anything that…"/>
          <p:cNvSpPr txBox="1"/>
          <p:nvPr/>
        </p:nvSpPr>
        <p:spPr>
          <a:xfrm>
            <a:off x="4652758" y="5948592"/>
            <a:ext cx="15078484" cy="45366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>
              <a:lnSpc>
                <a:spcPct val="80000"/>
              </a:lnSpc>
              <a:spcBef>
                <a:spcPts val="0"/>
              </a:spcBef>
              <a:defRPr b="1" spc="-170" sz="8500"/>
            </a:pPr>
            <a:r>
              <a:t>An idol is anything that</a:t>
            </a:r>
          </a:p>
          <a:p>
            <a:pPr algn="ctr">
              <a:lnSpc>
                <a:spcPct val="80000"/>
              </a:lnSpc>
              <a:spcBef>
                <a:spcPts val="0"/>
              </a:spcBef>
              <a:defRPr b="1" spc="-170" sz="8500"/>
            </a:pPr>
            <a:r>
              <a:t>receives the priority focus of our time, talent &amp; treasure</a:t>
            </a:r>
          </a:p>
          <a:p>
            <a:pPr algn="ctr">
              <a:lnSpc>
                <a:spcPct val="80000"/>
              </a:lnSpc>
              <a:spcBef>
                <a:spcPts val="0"/>
              </a:spcBef>
              <a:defRPr b="1" spc="-170" sz="8500"/>
            </a:pPr>
            <a:r>
              <a:t>above God.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Challenges often come after our greatest victories."/>
          <p:cNvSpPr txBox="1"/>
          <p:nvPr/>
        </p:nvSpPr>
        <p:spPr>
          <a:xfrm>
            <a:off x="671093" y="2262025"/>
            <a:ext cx="23041813" cy="2974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lnSpc>
                <a:spcPct val="80000"/>
              </a:lnSpc>
              <a:spcBef>
                <a:spcPts val="0"/>
              </a:spcBef>
              <a:defRPr b="1" spc="-208" sz="10400"/>
            </a:lvl1pPr>
          </a:lstStyle>
          <a:p>
            <a:pPr/>
            <a:r>
              <a:t>Challenges often come after our greatest victories.</a:t>
            </a:r>
          </a:p>
        </p:txBody>
      </p:sp>
      <p:sp>
        <p:nvSpPr>
          <p:cNvPr id="179" name="(v. 1)"/>
          <p:cNvSpPr txBox="1"/>
          <p:nvPr/>
        </p:nvSpPr>
        <p:spPr>
          <a:xfrm>
            <a:off x="4652758" y="7527706"/>
            <a:ext cx="15078484" cy="1378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lnSpc>
                <a:spcPct val="80000"/>
              </a:lnSpc>
              <a:spcBef>
                <a:spcPts val="0"/>
              </a:spcBef>
              <a:defRPr b="1" spc="-170" sz="8500"/>
            </a:lvl1pPr>
          </a:lstStyle>
          <a:p>
            <a:pPr/>
            <a:r>
              <a:t>(v. 1)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Defeat will come if we attempt to fight the devil in our own strength."/>
          <p:cNvSpPr txBox="1"/>
          <p:nvPr/>
        </p:nvSpPr>
        <p:spPr>
          <a:xfrm>
            <a:off x="671093" y="2262025"/>
            <a:ext cx="23041813" cy="2974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lnSpc>
                <a:spcPct val="80000"/>
              </a:lnSpc>
              <a:spcBef>
                <a:spcPts val="0"/>
              </a:spcBef>
              <a:defRPr b="1" spc="-208" sz="10400"/>
            </a:lvl1pPr>
          </a:lstStyle>
          <a:p>
            <a:pPr/>
            <a:r>
              <a:t>Defeat will come if we attempt to fight the devil in our own strength.</a:t>
            </a:r>
          </a:p>
        </p:txBody>
      </p:sp>
      <p:sp>
        <p:nvSpPr>
          <p:cNvPr id="182" name="(vv. 1-2)"/>
          <p:cNvSpPr txBox="1"/>
          <p:nvPr/>
        </p:nvSpPr>
        <p:spPr>
          <a:xfrm>
            <a:off x="4652758" y="7527706"/>
            <a:ext cx="15078484" cy="1378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lnSpc>
                <a:spcPct val="80000"/>
              </a:lnSpc>
              <a:spcBef>
                <a:spcPts val="0"/>
              </a:spcBef>
              <a:defRPr b="1" spc="-170" sz="8500"/>
            </a:lvl1pPr>
          </a:lstStyle>
          <a:p>
            <a:pPr/>
            <a:r>
              <a:t>(vv. 1-2)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he devil uses questions to bring doubts."/>
          <p:cNvSpPr txBox="1"/>
          <p:nvPr/>
        </p:nvSpPr>
        <p:spPr>
          <a:xfrm>
            <a:off x="671093" y="2262025"/>
            <a:ext cx="23041813" cy="2974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lnSpc>
                <a:spcPct val="80000"/>
              </a:lnSpc>
              <a:spcBef>
                <a:spcPts val="0"/>
              </a:spcBef>
              <a:defRPr b="1" spc="-208" sz="10400"/>
            </a:lvl1pPr>
          </a:lstStyle>
          <a:p>
            <a:pPr/>
            <a:r>
              <a:t>The devil uses questions to bring doubts.</a:t>
            </a:r>
          </a:p>
        </p:txBody>
      </p:sp>
      <p:sp>
        <p:nvSpPr>
          <p:cNvPr id="185" name="(v. 3)"/>
          <p:cNvSpPr txBox="1"/>
          <p:nvPr/>
        </p:nvSpPr>
        <p:spPr>
          <a:xfrm>
            <a:off x="4652758" y="7527706"/>
            <a:ext cx="15078484" cy="1378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lnSpc>
                <a:spcPct val="80000"/>
              </a:lnSpc>
              <a:spcBef>
                <a:spcPts val="0"/>
              </a:spcBef>
              <a:defRPr b="1" spc="-170" sz="8500"/>
            </a:lvl1pPr>
          </a:lstStyle>
          <a:p>
            <a:pPr/>
            <a:r>
              <a:t>(v. 3)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Question 1:"/>
          <p:cNvSpPr txBox="1"/>
          <p:nvPr/>
        </p:nvSpPr>
        <p:spPr>
          <a:xfrm>
            <a:off x="2366440" y="2967330"/>
            <a:ext cx="19651120" cy="1676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lnSpc>
                <a:spcPct val="80000"/>
              </a:lnSpc>
              <a:spcBef>
                <a:spcPts val="0"/>
              </a:spcBef>
              <a:defRPr b="1" spc="-208" sz="10400"/>
            </a:lvl1pPr>
          </a:lstStyle>
          <a:p>
            <a:pPr/>
            <a:r>
              <a:t>Question 1:</a:t>
            </a:r>
          </a:p>
        </p:txBody>
      </p:sp>
      <p:sp>
        <p:nvSpPr>
          <p:cNvPr id="188" name="Will God take care of you?"/>
          <p:cNvSpPr txBox="1"/>
          <p:nvPr/>
        </p:nvSpPr>
        <p:spPr>
          <a:xfrm>
            <a:off x="6767543" y="5642435"/>
            <a:ext cx="10848914" cy="24311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lnSpc>
                <a:spcPct val="80000"/>
              </a:lnSpc>
              <a:spcBef>
                <a:spcPts val="0"/>
              </a:spcBef>
              <a:defRPr b="1" spc="-170" sz="8500"/>
            </a:lvl1pPr>
          </a:lstStyle>
          <a:p>
            <a:pPr/>
            <a:r>
              <a:t>Will God take care of you?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Question 1: Will God take care of you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048204">
              <a:defRPr spc="-174" sz="8736"/>
            </a:lvl1pPr>
          </a:lstStyle>
          <a:p>
            <a:pPr/>
            <a:r>
              <a:t>Question 1: Will God take care of you?</a:t>
            </a:r>
          </a:p>
        </p:txBody>
      </p:sp>
      <p:sp>
        <p:nvSpPr>
          <p:cNvPr id="191" name="vv. 3-5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1609303">
              <a:lnSpc>
                <a:spcPct val="80000"/>
              </a:lnSpc>
              <a:defRPr spc="-112" sz="5610"/>
            </a:lvl1pPr>
          </a:lstStyle>
          <a:p>
            <a:pPr/>
            <a:r>
              <a:t>vv. 3-5</a:t>
            </a:r>
          </a:p>
        </p:txBody>
      </p:sp>
      <p:sp>
        <p:nvSpPr>
          <p:cNvPr id="192" name="Christ’s Response is our example. (v. 4) Deuteronomy 8:3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609600" indent="-609600">
              <a:defRPr sz="7400"/>
            </a:lvl1pPr>
          </a:lstStyle>
          <a:p>
            <a:pPr/>
            <a:r>
              <a:t>Christ’s Response is our example. (v. 4) Deuteronomy 8:3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Question 1: Will God take care of you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048204">
              <a:defRPr spc="-174" sz="8736"/>
            </a:lvl1pPr>
          </a:lstStyle>
          <a:p>
            <a:pPr/>
            <a:r>
              <a:t>Question 1: Will God take care of you?</a:t>
            </a:r>
          </a:p>
        </p:txBody>
      </p:sp>
      <p:sp>
        <p:nvSpPr>
          <p:cNvPr id="195" name="vv. 3-5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1609303">
              <a:lnSpc>
                <a:spcPct val="80000"/>
              </a:lnSpc>
              <a:defRPr spc="-112" sz="5610"/>
            </a:lvl1pPr>
          </a:lstStyle>
          <a:p>
            <a:pPr/>
            <a:r>
              <a:t>vv. 3-5</a:t>
            </a:r>
          </a:p>
        </p:txBody>
      </p:sp>
      <p:sp>
        <p:nvSpPr>
          <p:cNvPr id="196" name="Christ’s Response is our example. (v. 4) Deuteronomy 8:3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609600" indent="-609600">
              <a:defRPr sz="7400"/>
            </a:pPr>
            <a:r>
              <a:t>Christ’s Response is our example. (v. 4) Deuteronomy 8:3</a:t>
            </a:r>
          </a:p>
          <a:p>
            <a:pPr marL="609600" indent="-609600">
              <a:defRPr sz="7400"/>
            </a:pPr>
            <a:r>
              <a:t>The Devil’s attacks can be constant. (v. 5)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Question 2:"/>
          <p:cNvSpPr txBox="1"/>
          <p:nvPr/>
        </p:nvSpPr>
        <p:spPr>
          <a:xfrm>
            <a:off x="2366440" y="2967330"/>
            <a:ext cx="19651120" cy="1676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lnSpc>
                <a:spcPct val="80000"/>
              </a:lnSpc>
              <a:spcBef>
                <a:spcPts val="0"/>
              </a:spcBef>
              <a:defRPr b="1" spc="-208" sz="10400"/>
            </a:lvl1pPr>
          </a:lstStyle>
          <a:p>
            <a:pPr/>
            <a:r>
              <a:t>Question 2:</a:t>
            </a:r>
          </a:p>
        </p:txBody>
      </p:sp>
      <p:sp>
        <p:nvSpPr>
          <p:cNvPr id="199" name="Is God really worthy of your worship?"/>
          <p:cNvSpPr txBox="1"/>
          <p:nvPr/>
        </p:nvSpPr>
        <p:spPr>
          <a:xfrm>
            <a:off x="6767543" y="5642435"/>
            <a:ext cx="10848914" cy="24311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lnSpc>
                <a:spcPct val="80000"/>
              </a:lnSpc>
              <a:spcBef>
                <a:spcPts val="0"/>
              </a:spcBef>
              <a:defRPr b="1" spc="-170" sz="8500"/>
            </a:lvl1pPr>
          </a:lstStyle>
          <a:p>
            <a:pPr/>
            <a:r>
              <a:t>Is God really worthy of your worship?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Question 2: Is God really worthy of your worship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779987">
              <a:defRPr spc="-151" sz="7592"/>
            </a:lvl1pPr>
          </a:lstStyle>
          <a:p>
            <a:pPr/>
            <a:r>
              <a:t>Question 2: Is God really worthy of your worship?</a:t>
            </a:r>
          </a:p>
        </p:txBody>
      </p:sp>
      <p:sp>
        <p:nvSpPr>
          <p:cNvPr id="202" name="vv. 5-7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1609303">
              <a:lnSpc>
                <a:spcPct val="80000"/>
              </a:lnSpc>
              <a:defRPr spc="-112" sz="5610"/>
            </a:lvl1pPr>
          </a:lstStyle>
          <a:p>
            <a:pPr/>
            <a:r>
              <a:t>vv. 5-7  </a:t>
            </a:r>
          </a:p>
        </p:txBody>
      </p:sp>
      <p:sp>
        <p:nvSpPr>
          <p:cNvPr id="203" name="The Devil is a liar and offers us a delusion that he cannot carry out.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609600" indent="-609600">
              <a:defRPr sz="7400"/>
            </a:lvl1pPr>
          </a:lstStyle>
          <a:p>
            <a:pPr/>
            <a:r>
              <a:t>The Devil is a liar and offers us a delusion that he cannot carry out.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Question 2: Is God really worthy of your worship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779987">
              <a:defRPr spc="-151" sz="7592"/>
            </a:lvl1pPr>
          </a:lstStyle>
          <a:p>
            <a:pPr/>
            <a:r>
              <a:t>Question 2: Is God really worthy of your worship?</a:t>
            </a:r>
          </a:p>
        </p:txBody>
      </p:sp>
      <p:sp>
        <p:nvSpPr>
          <p:cNvPr id="206" name="vv. 5-7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1609303">
              <a:lnSpc>
                <a:spcPct val="80000"/>
              </a:lnSpc>
              <a:defRPr spc="-112" sz="5610"/>
            </a:lvl1pPr>
          </a:lstStyle>
          <a:p>
            <a:pPr/>
            <a:r>
              <a:t>vv. 5-7  </a:t>
            </a:r>
          </a:p>
        </p:txBody>
      </p:sp>
      <p:sp>
        <p:nvSpPr>
          <p:cNvPr id="207" name="The Devil is a liar and offers us a delusion that he cannot carry out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609600" indent="-609600">
              <a:defRPr sz="7400"/>
            </a:pPr>
            <a:r>
              <a:t>The Devil is a liar and offers us a delusion that he cannot carry out.</a:t>
            </a:r>
          </a:p>
          <a:p>
            <a:pPr marL="609600" indent="-609600">
              <a:defRPr sz="7400"/>
            </a:pPr>
            <a:r>
              <a:t>The idol of deception is bought into greedily by selfish humanity.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Question 3:"/>
          <p:cNvSpPr txBox="1"/>
          <p:nvPr/>
        </p:nvSpPr>
        <p:spPr>
          <a:xfrm>
            <a:off x="2366440" y="2967330"/>
            <a:ext cx="19651120" cy="1676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lnSpc>
                <a:spcPct val="80000"/>
              </a:lnSpc>
              <a:spcBef>
                <a:spcPts val="0"/>
              </a:spcBef>
              <a:defRPr b="1" spc="-208" sz="10400"/>
            </a:lvl1pPr>
          </a:lstStyle>
          <a:p>
            <a:pPr/>
            <a:r>
              <a:t>Question 3:</a:t>
            </a:r>
          </a:p>
        </p:txBody>
      </p:sp>
      <p:sp>
        <p:nvSpPr>
          <p:cNvPr id="210" name="Does God really love you?"/>
          <p:cNvSpPr txBox="1"/>
          <p:nvPr/>
        </p:nvSpPr>
        <p:spPr>
          <a:xfrm>
            <a:off x="6767543" y="5642435"/>
            <a:ext cx="10848914" cy="24311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lnSpc>
                <a:spcPct val="80000"/>
              </a:lnSpc>
              <a:spcBef>
                <a:spcPts val="0"/>
              </a:spcBef>
              <a:defRPr b="1" spc="-170" sz="8500"/>
            </a:lvl1pPr>
          </a:lstStyle>
          <a:p>
            <a:pPr/>
            <a:r>
              <a:t>Does God really love you?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Question 3: Does God really love you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048204">
              <a:defRPr spc="-174" sz="8736"/>
            </a:lvl1pPr>
          </a:lstStyle>
          <a:p>
            <a:pPr/>
            <a:r>
              <a:t>Question 3: Does God really love you? </a:t>
            </a:r>
          </a:p>
        </p:txBody>
      </p:sp>
      <p:sp>
        <p:nvSpPr>
          <p:cNvPr id="213" name="vv. 8-11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1609303">
              <a:lnSpc>
                <a:spcPct val="80000"/>
              </a:lnSpc>
              <a:defRPr spc="-112" sz="5610"/>
            </a:lvl1pPr>
          </a:lstStyle>
          <a:p>
            <a:pPr/>
            <a:r>
              <a:t>vv. 8-11  </a:t>
            </a:r>
          </a:p>
        </p:txBody>
      </p:sp>
      <p:sp>
        <p:nvSpPr>
          <p:cNvPr id="214" name="The devil loves to use Scripture wrongly.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609600" indent="-609600">
              <a:defRPr sz="7400"/>
            </a:lvl1pPr>
          </a:lstStyle>
          <a:p>
            <a:pPr/>
            <a:r>
              <a:t>The devil loves to use Scripture wrongly.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Conclusion:"/>
          <p:cNvSpPr txBox="1"/>
          <p:nvPr/>
        </p:nvSpPr>
        <p:spPr>
          <a:xfrm>
            <a:off x="2366440" y="2967330"/>
            <a:ext cx="19651120" cy="1676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lnSpc>
                <a:spcPct val="80000"/>
              </a:lnSpc>
              <a:spcBef>
                <a:spcPts val="0"/>
              </a:spcBef>
              <a:defRPr b="1" spc="-208" sz="10400"/>
            </a:lvl1pPr>
          </a:lstStyle>
          <a:p>
            <a:pPr/>
            <a:r>
              <a:t>Conclusion:</a:t>
            </a:r>
          </a:p>
        </p:txBody>
      </p:sp>
      <p:sp>
        <p:nvSpPr>
          <p:cNvPr id="217" name="Who do you worship?"/>
          <p:cNvSpPr txBox="1"/>
          <p:nvPr/>
        </p:nvSpPr>
        <p:spPr>
          <a:xfrm>
            <a:off x="6767543" y="6168806"/>
            <a:ext cx="10848914" cy="1378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lnSpc>
                <a:spcPct val="80000"/>
              </a:lnSpc>
              <a:spcBef>
                <a:spcPts val="0"/>
              </a:spcBef>
              <a:defRPr b="1" spc="-170" sz="8500"/>
            </a:lvl1pPr>
          </a:lstStyle>
          <a:p>
            <a:pPr/>
            <a:r>
              <a:t>Who do you worship?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Conclusion: Who do you worship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048204">
              <a:defRPr spc="-174" sz="8736"/>
            </a:lvl1pPr>
          </a:lstStyle>
          <a:p>
            <a:pPr/>
            <a:r>
              <a:t>Conclusion: Who do you worship?</a:t>
            </a:r>
          </a:p>
        </p:txBody>
      </p:sp>
      <p:sp>
        <p:nvSpPr>
          <p:cNvPr id="220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1609303">
              <a:lnSpc>
                <a:spcPct val="80000"/>
              </a:lnSpc>
              <a:defRPr spc="-112" sz="5610"/>
            </a:pPr>
          </a:p>
        </p:txBody>
      </p:sp>
      <p:sp>
        <p:nvSpPr>
          <p:cNvPr id="221" name="What is the devil making you question in your life?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609600" indent="-609600">
              <a:defRPr sz="7400"/>
            </a:lvl1pPr>
          </a:lstStyle>
          <a:p>
            <a:pPr/>
            <a:r>
              <a:t>What is the devil making you question in your life?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Conclusion: Who do you worship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048204">
              <a:defRPr spc="-174" sz="8736"/>
            </a:lvl1pPr>
          </a:lstStyle>
          <a:p>
            <a:pPr/>
            <a:r>
              <a:t>Conclusion: Who do you worship?</a:t>
            </a:r>
          </a:p>
        </p:txBody>
      </p:sp>
      <p:sp>
        <p:nvSpPr>
          <p:cNvPr id="224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1609303">
              <a:lnSpc>
                <a:spcPct val="80000"/>
              </a:lnSpc>
              <a:defRPr spc="-112" sz="5610"/>
            </a:pPr>
          </a:p>
        </p:txBody>
      </p:sp>
      <p:sp>
        <p:nvSpPr>
          <p:cNvPr id="225" name="What is the devil making you question in your life?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609600" indent="-609600">
              <a:defRPr sz="7400"/>
            </a:pPr>
            <a:r>
              <a:t>What is the devil making you question in your life?</a:t>
            </a:r>
          </a:p>
          <a:p>
            <a:pPr marL="609600" indent="-609600">
              <a:defRPr sz="7400"/>
            </a:pPr>
            <a:r>
              <a:t>What good things have you allowed to become idols?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Conclusion: Who do you worship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048204">
              <a:defRPr spc="-174" sz="8736"/>
            </a:lvl1pPr>
          </a:lstStyle>
          <a:p>
            <a:pPr/>
            <a:r>
              <a:t>Conclusion: Who do you worship?</a:t>
            </a:r>
          </a:p>
        </p:txBody>
      </p:sp>
      <p:sp>
        <p:nvSpPr>
          <p:cNvPr id="228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1609303">
              <a:lnSpc>
                <a:spcPct val="80000"/>
              </a:lnSpc>
              <a:defRPr spc="-112" sz="5610"/>
            </a:pPr>
          </a:p>
        </p:txBody>
      </p:sp>
      <p:sp>
        <p:nvSpPr>
          <p:cNvPr id="229" name="What is the devil making you question in your life?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609600" indent="-609600">
              <a:defRPr sz="7400"/>
            </a:pPr>
            <a:r>
              <a:t>What is the devil making you question in your life?</a:t>
            </a:r>
          </a:p>
          <a:p>
            <a:pPr marL="609600" indent="-609600">
              <a:defRPr sz="7400"/>
            </a:pPr>
            <a:r>
              <a:t>What good things have you allowed to become idols?</a:t>
            </a:r>
          </a:p>
          <a:p>
            <a:pPr marL="609600" indent="-609600">
              <a:defRPr sz="7400"/>
            </a:pPr>
            <a:r>
              <a:t>How will you practically make choices that will protect you from setting up idols, or maybe how will you tear down the ones you have?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Remember: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048204">
              <a:defRPr spc="-174" sz="8736"/>
            </a:lvl1pPr>
          </a:lstStyle>
          <a:p>
            <a:pPr/>
            <a:r>
              <a:t>Remember:</a:t>
            </a:r>
          </a:p>
        </p:txBody>
      </p:sp>
      <p:sp>
        <p:nvSpPr>
          <p:cNvPr id="232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1609303">
              <a:lnSpc>
                <a:spcPct val="80000"/>
              </a:lnSpc>
              <a:defRPr spc="-112" sz="5610"/>
            </a:pPr>
          </a:p>
        </p:txBody>
      </p:sp>
      <p:sp>
        <p:nvSpPr>
          <p:cNvPr id="233" name="Be focused on Christ.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609600" indent="-609600">
              <a:defRPr sz="7400"/>
            </a:lvl1pPr>
          </a:lstStyle>
          <a:p>
            <a:pPr/>
            <a:r>
              <a:t>Be focused on Christ.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Remember: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048204">
              <a:defRPr spc="-174" sz="8736"/>
            </a:lvl1pPr>
          </a:lstStyle>
          <a:p>
            <a:pPr/>
            <a:r>
              <a:t>Remember:</a:t>
            </a:r>
          </a:p>
        </p:txBody>
      </p:sp>
      <p:sp>
        <p:nvSpPr>
          <p:cNvPr id="236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1609303">
              <a:lnSpc>
                <a:spcPct val="80000"/>
              </a:lnSpc>
              <a:defRPr spc="-112" sz="5610"/>
            </a:pPr>
          </a:p>
        </p:txBody>
      </p:sp>
      <p:sp>
        <p:nvSpPr>
          <p:cNvPr id="237" name="Be focused on Christ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609600" indent="-609600">
              <a:defRPr sz="7400"/>
            </a:pPr>
            <a:r>
              <a:t>Be focused on Christ.</a:t>
            </a:r>
          </a:p>
          <a:p>
            <a:pPr marL="609600" indent="-609600">
              <a:defRPr sz="7400"/>
            </a:pPr>
            <a:r>
              <a:t>Be aware that attacks are imminent.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Remember: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048204">
              <a:defRPr spc="-174" sz="8736"/>
            </a:lvl1pPr>
          </a:lstStyle>
          <a:p>
            <a:pPr/>
            <a:r>
              <a:t>Remember:</a:t>
            </a:r>
          </a:p>
        </p:txBody>
      </p:sp>
      <p:sp>
        <p:nvSpPr>
          <p:cNvPr id="240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1609303">
              <a:lnSpc>
                <a:spcPct val="80000"/>
              </a:lnSpc>
              <a:defRPr spc="-112" sz="5610"/>
            </a:pPr>
          </a:p>
        </p:txBody>
      </p:sp>
      <p:sp>
        <p:nvSpPr>
          <p:cNvPr id="241" name="Be focused on Christ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609600" indent="-609600">
              <a:defRPr sz="7400"/>
            </a:pPr>
            <a:r>
              <a:t>Be focused on Christ.</a:t>
            </a:r>
          </a:p>
          <a:p>
            <a:pPr marL="609600" indent="-609600">
              <a:defRPr sz="7400"/>
            </a:pPr>
            <a:r>
              <a:t>Be aware that attacks are imminent.</a:t>
            </a:r>
          </a:p>
          <a:p>
            <a:pPr marL="609600" indent="-609600">
              <a:defRPr sz="7400"/>
            </a:pPr>
            <a:r>
              <a:t>Be in the Word and know the Word.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0_BasicBlack">
  <a:themeElements>
    <a:clrScheme name="20_Basic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20_BasicBlack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0_Basic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0_BasicBlack">
  <a:themeElements>
    <a:clrScheme name="20_Basic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20_BasicBlack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0_Basic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