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He is the Word of Lif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 is the Word of Life</a:t>
            </a:r>
          </a:p>
        </p:txBody>
      </p:sp>
      <p:sp>
        <p:nvSpPr>
          <p:cNvPr id="173" name="1 John 1:1-4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7100"/>
            </a:lvl1pPr>
          </a:lstStyle>
          <a:p>
            <a:pPr/>
            <a:r>
              <a:t>1 John 1:1-4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he Background of 1 John"/>
          <p:cNvSpPr txBox="1"/>
          <p:nvPr/>
        </p:nvSpPr>
        <p:spPr>
          <a:xfrm>
            <a:off x="4652758" y="61688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The Background of 1 John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he Background of 1 Joh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Background of 1 John</a:t>
            </a:r>
          </a:p>
        </p:txBody>
      </p:sp>
      <p:sp>
        <p:nvSpPr>
          <p:cNvPr id="17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179" name="Who wrote it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Who wrote it?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he Background of 1 Joh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Background of 1 John</a:t>
            </a:r>
          </a:p>
        </p:txBody>
      </p:sp>
      <p:sp>
        <p:nvSpPr>
          <p:cNvPr id="18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183" name="Who wrote it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Who wrote it?</a:t>
            </a:r>
          </a:p>
          <a:p>
            <a:pPr marL="609600" indent="-609600">
              <a:defRPr sz="7400"/>
            </a:pPr>
            <a:r>
              <a:t>Who was it written to?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he Background of 1 Joh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Background of 1 John</a:t>
            </a:r>
          </a:p>
        </p:txBody>
      </p:sp>
      <p:sp>
        <p:nvSpPr>
          <p:cNvPr id="18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187" name="Who wrote it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Who wrote it?</a:t>
            </a:r>
          </a:p>
          <a:p>
            <a:pPr marL="609600" indent="-609600">
              <a:defRPr sz="7400"/>
            </a:pPr>
            <a:r>
              <a:t>Who was it written to?</a:t>
            </a:r>
          </a:p>
          <a:p>
            <a:pPr marL="609600" indent="-609600">
              <a:defRPr sz="7400"/>
            </a:pPr>
            <a:r>
              <a:t>Where was it written?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he Background of 1 Joh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Background of 1 John</a:t>
            </a:r>
          </a:p>
        </p:txBody>
      </p:sp>
      <p:sp>
        <p:nvSpPr>
          <p:cNvPr id="19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191" name="Who wrote it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Who wrote it?</a:t>
            </a:r>
          </a:p>
          <a:p>
            <a:pPr marL="609600" indent="-609600">
              <a:defRPr sz="7400"/>
            </a:pPr>
            <a:r>
              <a:t>Who was it written to?</a:t>
            </a:r>
          </a:p>
          <a:p>
            <a:pPr marL="609600" indent="-609600">
              <a:defRPr sz="7400"/>
            </a:pPr>
            <a:r>
              <a:t>Where was it written?</a:t>
            </a:r>
          </a:p>
          <a:p>
            <a:pPr marL="609600" indent="-609600">
              <a:defRPr sz="7400"/>
            </a:pPr>
            <a:r>
              <a:t>Why was it written?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he Authority of the Author"/>
          <p:cNvSpPr txBox="1"/>
          <p:nvPr/>
        </p:nvSpPr>
        <p:spPr>
          <a:xfrm>
            <a:off x="4652758" y="61688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The Authority of the Author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he Authority of the Auth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the Author</a:t>
            </a:r>
          </a:p>
        </p:txBody>
      </p:sp>
      <p:sp>
        <p:nvSpPr>
          <p:cNvPr id="196" name="v. 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v. 1</a:t>
            </a:r>
          </a:p>
        </p:txBody>
      </p:sp>
      <p:sp>
        <p:nvSpPr>
          <p:cNvPr id="197" name="He knows about Christ’s beginning. (Genesis 1:1 &amp; John 1:1)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He knows about Christ’s beginning.</a:t>
            </a:r>
            <a:br/>
            <a:r>
              <a:t>(Genesis 1:1 &amp; John 1:1)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he Authority of the Auth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the Author</a:t>
            </a:r>
          </a:p>
        </p:txBody>
      </p:sp>
      <p:sp>
        <p:nvSpPr>
          <p:cNvPr id="200" name="v. 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v. 1</a:t>
            </a:r>
          </a:p>
        </p:txBody>
      </p:sp>
      <p:sp>
        <p:nvSpPr>
          <p:cNvPr id="201" name="He knows about Christ’s beginning. (Genesis 1:1 &amp; John 1:1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He knows about Christ’s beginning.</a:t>
            </a:r>
            <a:br/>
            <a:r>
              <a:t>(Genesis 1:1 &amp; John 1:1)</a:t>
            </a:r>
          </a:p>
          <a:p>
            <a:pPr marL="609600" indent="-609600">
              <a:defRPr sz="7400"/>
            </a:pPr>
            <a:r>
              <a:t>He heard Christ teach.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he Authority of the Auth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the Author</a:t>
            </a:r>
          </a:p>
        </p:txBody>
      </p:sp>
      <p:sp>
        <p:nvSpPr>
          <p:cNvPr id="204" name="v. 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v. 1</a:t>
            </a:r>
          </a:p>
        </p:txBody>
      </p:sp>
      <p:sp>
        <p:nvSpPr>
          <p:cNvPr id="205" name="He knows about Christ’s beginning. (Genesis 1:1 &amp; John 1:1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He knows about Christ’s beginning.</a:t>
            </a:r>
            <a:br/>
            <a:r>
              <a:t>(Genesis 1:1 &amp; John 1:1)</a:t>
            </a:r>
          </a:p>
          <a:p>
            <a:pPr marL="609600" indent="-609600">
              <a:defRPr sz="7400"/>
            </a:pPr>
            <a:r>
              <a:t>He heard Christ teach.</a:t>
            </a:r>
          </a:p>
          <a:p>
            <a:pPr marL="609600" indent="-609600">
              <a:defRPr sz="7400"/>
            </a:pPr>
            <a:r>
              <a:t>He saw Christ in 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he Authority of the Auth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the Author</a:t>
            </a:r>
          </a:p>
        </p:txBody>
      </p:sp>
      <p:sp>
        <p:nvSpPr>
          <p:cNvPr id="208" name="v. 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v. 1</a:t>
            </a:r>
          </a:p>
        </p:txBody>
      </p:sp>
      <p:sp>
        <p:nvSpPr>
          <p:cNvPr id="209" name="He knows about Christ’s beginning. (Genesis 1:1 &amp; John 1:1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He knows about Christ’s beginning.</a:t>
            </a:r>
            <a:br/>
            <a:r>
              <a:t>(Genesis 1:1 &amp; John 1:1)</a:t>
            </a:r>
          </a:p>
          <a:p>
            <a:pPr marL="609600" indent="-609600">
              <a:defRPr sz="7400"/>
            </a:pPr>
            <a:r>
              <a:t>He heard Christ teach.</a:t>
            </a:r>
          </a:p>
          <a:p>
            <a:pPr marL="609600" indent="-609600">
              <a:defRPr sz="7400"/>
            </a:pPr>
            <a:r>
              <a:t>He saw Christ in action.</a:t>
            </a:r>
          </a:p>
          <a:p>
            <a:pPr marL="609600" indent="-609600">
              <a:defRPr sz="7400"/>
            </a:pPr>
            <a:r>
              <a:t>He watched Christ daily.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he Authority of the Auth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the Author</a:t>
            </a:r>
          </a:p>
        </p:txBody>
      </p:sp>
      <p:sp>
        <p:nvSpPr>
          <p:cNvPr id="212" name="v. 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v. 1</a:t>
            </a:r>
          </a:p>
        </p:txBody>
      </p:sp>
      <p:sp>
        <p:nvSpPr>
          <p:cNvPr id="213" name="He knows about Christ’s beginning. (Genesis 1:1 &amp; John 1:1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7178"/>
            </a:pPr>
            <a:r>
              <a:t>He knows about Christ’s beginning.</a:t>
            </a:r>
            <a:br/>
            <a:r>
              <a:t>(Genesis 1:1 &amp; John 1:1)</a:t>
            </a:r>
          </a:p>
          <a:p>
            <a:pPr marL="591312" indent="-591312" defTabSz="2365188">
              <a:spcBef>
                <a:spcPts val="4300"/>
              </a:spcBef>
              <a:defRPr sz="7178"/>
            </a:pPr>
            <a:r>
              <a:t>He heard Christ teach.</a:t>
            </a:r>
          </a:p>
          <a:p>
            <a:pPr marL="591312" indent="-591312" defTabSz="2365188">
              <a:spcBef>
                <a:spcPts val="4300"/>
              </a:spcBef>
              <a:defRPr sz="7178"/>
            </a:pPr>
            <a:r>
              <a:t>He saw Christ in action.</a:t>
            </a:r>
          </a:p>
          <a:p>
            <a:pPr marL="591312" indent="-591312" defTabSz="2365188">
              <a:spcBef>
                <a:spcPts val="4300"/>
              </a:spcBef>
              <a:defRPr sz="7178"/>
            </a:pPr>
            <a:r>
              <a:t>He watched Christ daily.</a:t>
            </a:r>
          </a:p>
          <a:p>
            <a:pPr marL="591312" indent="-591312" defTabSz="2365188">
              <a:spcBef>
                <a:spcPts val="4300"/>
              </a:spcBef>
              <a:defRPr sz="7178"/>
            </a:pPr>
            <a:r>
              <a:t>He served with Christ.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he Authority of Christ"/>
          <p:cNvSpPr txBox="1"/>
          <p:nvPr/>
        </p:nvSpPr>
        <p:spPr>
          <a:xfrm>
            <a:off x="4652758" y="61688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The Authority of Christ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he Authority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Christ</a:t>
            </a:r>
          </a:p>
        </p:txBody>
      </p:sp>
      <p:sp>
        <p:nvSpPr>
          <p:cNvPr id="218" name="vv. 2-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2-3</a:t>
            </a:r>
          </a:p>
        </p:txBody>
      </p:sp>
      <p:sp>
        <p:nvSpPr>
          <p:cNvPr id="219" name="Christ was revealed to mankind in flesh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Christ was revealed to mankind in flesh.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he Authority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Christ</a:t>
            </a:r>
          </a:p>
        </p:txBody>
      </p:sp>
      <p:sp>
        <p:nvSpPr>
          <p:cNvPr id="222" name="vv. 2-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2-3</a:t>
            </a:r>
          </a:p>
        </p:txBody>
      </p:sp>
      <p:sp>
        <p:nvSpPr>
          <p:cNvPr id="223" name="Christ was revealed to mankind in flesh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Christ was revealed to mankind in flesh.</a:t>
            </a:r>
          </a:p>
          <a:p>
            <a:pPr marL="609600" indent="-609600">
              <a:defRPr sz="7400"/>
            </a:pPr>
            <a:r>
              <a:t>Christ is the source of eternal life.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he Authority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Christ</a:t>
            </a:r>
          </a:p>
        </p:txBody>
      </p:sp>
      <p:sp>
        <p:nvSpPr>
          <p:cNvPr id="226" name="vv. 2-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2-3</a:t>
            </a:r>
          </a:p>
        </p:txBody>
      </p:sp>
      <p:sp>
        <p:nvSpPr>
          <p:cNvPr id="227" name="Christ was revealed to mankind in flesh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Christ was revealed to mankind in flesh.</a:t>
            </a:r>
          </a:p>
          <a:p>
            <a:pPr marL="609600" indent="-609600">
              <a:defRPr sz="7400"/>
            </a:pPr>
            <a:r>
              <a:t>Christ is the source of eternal life.</a:t>
            </a:r>
          </a:p>
          <a:p>
            <a:pPr marL="609600" indent="-609600">
              <a:defRPr sz="7400"/>
            </a:pPr>
            <a:r>
              <a:t>Christ proved His deity to mankind.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he Authority of Chr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Authority of Christ</a:t>
            </a:r>
          </a:p>
        </p:txBody>
      </p:sp>
      <p:sp>
        <p:nvSpPr>
          <p:cNvPr id="230" name="vv. 2-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2-3</a:t>
            </a:r>
          </a:p>
        </p:txBody>
      </p:sp>
      <p:sp>
        <p:nvSpPr>
          <p:cNvPr id="231" name="Christ was revealed to mankind in flesh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Christ was revealed to mankind in flesh.</a:t>
            </a:r>
          </a:p>
          <a:p>
            <a:pPr marL="609600" indent="-609600">
              <a:defRPr sz="7400"/>
            </a:pPr>
            <a:r>
              <a:t>Christ is the source of eternal life.</a:t>
            </a:r>
          </a:p>
          <a:p>
            <a:pPr marL="609600" indent="-609600">
              <a:defRPr sz="7400"/>
            </a:pPr>
            <a:r>
              <a:t>Christ proved His deity to mankind.</a:t>
            </a:r>
          </a:p>
          <a:p>
            <a:pPr marL="609600" indent="-609600">
              <a:defRPr sz="7400"/>
            </a:pPr>
            <a:r>
              <a:t>Christ is part of the Godhead. (John 1:1, John 10:30, “I and the Father are one”)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he Purpose of the Letter"/>
          <p:cNvSpPr txBox="1"/>
          <p:nvPr/>
        </p:nvSpPr>
        <p:spPr>
          <a:xfrm>
            <a:off x="4652758" y="61688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The Purpose of the Letter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he Purpose of the Let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Purpose of the Letter</a:t>
            </a:r>
          </a:p>
        </p:txBody>
      </p:sp>
      <p:sp>
        <p:nvSpPr>
          <p:cNvPr id="236" name="vv. 3-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3-4</a:t>
            </a:r>
          </a:p>
        </p:txBody>
      </p:sp>
      <p:sp>
        <p:nvSpPr>
          <p:cNvPr id="237" name="The message is personal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The message is personal.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he Purpose of the Let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Purpose of the Letter</a:t>
            </a:r>
          </a:p>
        </p:txBody>
      </p:sp>
      <p:sp>
        <p:nvSpPr>
          <p:cNvPr id="240" name="vv. 3-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3-4</a:t>
            </a:r>
          </a:p>
        </p:txBody>
      </p:sp>
      <p:sp>
        <p:nvSpPr>
          <p:cNvPr id="241" name="The message is personal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The message is personal.</a:t>
            </a:r>
          </a:p>
          <a:p>
            <a:pPr marL="609600" indent="-609600">
              <a:defRPr sz="7400"/>
            </a:pPr>
            <a:r>
              <a:t>The message is centered around fellowship.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he Purpose of the Let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Purpose of the Letter</a:t>
            </a:r>
          </a:p>
        </p:txBody>
      </p:sp>
      <p:sp>
        <p:nvSpPr>
          <p:cNvPr id="244" name="vv. 3-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3-4</a:t>
            </a:r>
          </a:p>
        </p:txBody>
      </p:sp>
      <p:sp>
        <p:nvSpPr>
          <p:cNvPr id="245" name="The message is personal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The message is personal.</a:t>
            </a:r>
          </a:p>
          <a:p>
            <a:pPr marL="609600" indent="-609600">
              <a:defRPr sz="7400"/>
            </a:pPr>
            <a:r>
              <a:t>The message is centered around fellowship.</a:t>
            </a:r>
          </a:p>
          <a:p>
            <a:pPr marL="609600" indent="-609600">
              <a:defRPr sz="7400"/>
            </a:pPr>
            <a:r>
              <a:t>The message is so that joy can be complete.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he Purpose of the Let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The Purpose of the Letter</a:t>
            </a:r>
          </a:p>
        </p:txBody>
      </p:sp>
      <p:sp>
        <p:nvSpPr>
          <p:cNvPr id="248" name="vv. 3-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3-4</a:t>
            </a:r>
          </a:p>
        </p:txBody>
      </p:sp>
      <p:sp>
        <p:nvSpPr>
          <p:cNvPr id="249" name="The message is personal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The message is personal.</a:t>
            </a:r>
          </a:p>
          <a:p>
            <a:pPr marL="609600" indent="-609600">
              <a:defRPr sz="7400"/>
            </a:pPr>
            <a:r>
              <a:t>The message is centered around fellowship.</a:t>
            </a:r>
          </a:p>
          <a:p>
            <a:pPr marL="609600" indent="-609600">
              <a:defRPr sz="7400"/>
            </a:pPr>
            <a:r>
              <a:t>The message is so that joy can be complete.</a:t>
            </a:r>
          </a:p>
          <a:p>
            <a:pPr marL="609600" indent="-609600">
              <a:defRPr sz="7400"/>
            </a:pPr>
            <a:r>
              <a:t>John 15:11, “These things I have spoken to you, that my joy may be in you, and that my joy may be full.”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Questions to Consider"/>
          <p:cNvSpPr txBox="1"/>
          <p:nvPr/>
        </p:nvSpPr>
        <p:spPr>
          <a:xfrm>
            <a:off x="4652758" y="61688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Questions to Consider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54" name="How are you doing at sharing how Christ has impacted you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How are you doing at sharing how Christ has impacted you?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57" name="How are you doing at sharing how Christ has impacted you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How are you doing at sharing how Christ has impacted you?</a:t>
            </a:r>
          </a:p>
          <a:p>
            <a:pPr marL="609600" indent="-609600">
              <a:defRPr sz="7400"/>
            </a:pPr>
            <a:r>
              <a:t>Where do you need to grow at in your understanding of who God is?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60" name="How are you doing at sharing how Christ has impacted you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How are you doing at sharing how Christ has impacted you?</a:t>
            </a:r>
          </a:p>
          <a:p>
            <a:pPr marL="609600" indent="-609600">
              <a:defRPr sz="7400"/>
            </a:pPr>
            <a:r>
              <a:t>Where do you need to grow at in your understanding of who God is?</a:t>
            </a:r>
          </a:p>
          <a:p>
            <a:pPr marL="609600" indent="-609600">
              <a:defRPr sz="7400"/>
            </a:pPr>
            <a:r>
              <a:t>What does fellowship look like in your life?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