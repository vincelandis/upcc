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18288000" cy="10287000"/>
  <p:notesSz cx="6858000" cy="9144000"/>
  <p:embeddedFontLst>
    <p:embeddedFont>
      <p:font typeface="Baguet Script" panose="00000500000000000000" pitchFamily="2" charset="0"/>
      <p:regular r:id="rId4"/>
    </p:embeddedFont>
    <p:embeddedFont>
      <p:font typeface="Canva Sans" panose="020B0604020202020204" charset="0"/>
      <p:regular r:id="rId5"/>
    </p:embeddedFont>
    <p:embeddedFont>
      <p:font typeface="Canva Sans 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570B02-D27B-437E-9BEF-41F4D6055CD1}" v="13" dt="2024-08-01T17:32:23.2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microsoft.com/office/2015/10/relationships/revisionInfo" Target="revisionInfo.xml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77321" y="1469682"/>
            <a:ext cx="11429559" cy="7548271"/>
          </a:xfrm>
          <a:custGeom>
            <a:avLst/>
            <a:gdLst/>
            <a:ahLst/>
            <a:cxnLst/>
            <a:rect l="l" t="t" r="r" b="b"/>
            <a:pathLst>
              <a:path w="11429559" h="7548271">
                <a:moveTo>
                  <a:pt x="0" y="0"/>
                </a:moveTo>
                <a:lnTo>
                  <a:pt x="11429558" y="0"/>
                </a:lnTo>
                <a:lnTo>
                  <a:pt x="11429558" y="7548271"/>
                </a:lnTo>
                <a:lnTo>
                  <a:pt x="0" y="75482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1314" b="-609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417991" y="822148"/>
            <a:ext cx="7452018" cy="2628006"/>
          </a:xfrm>
          <a:custGeom>
            <a:avLst/>
            <a:gdLst/>
            <a:ahLst/>
            <a:cxnLst/>
            <a:rect l="l" t="t" r="r" b="b"/>
            <a:pathLst>
              <a:path w="7452018" h="2628006">
                <a:moveTo>
                  <a:pt x="0" y="0"/>
                </a:moveTo>
                <a:lnTo>
                  <a:pt x="7452018" y="0"/>
                </a:lnTo>
                <a:lnTo>
                  <a:pt x="7452018" y="2628006"/>
                </a:lnTo>
                <a:lnTo>
                  <a:pt x="0" y="26280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-4664" y="7791384"/>
            <a:ext cx="18297329" cy="1582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600" spc="680" dirty="0">
                <a:solidFill>
                  <a:srgbClr val="FFFFFF"/>
                </a:solidFill>
                <a:latin typeface="Baguet Script"/>
                <a:ea typeface="Adlery Pro"/>
                <a:cs typeface="Adlery Pro"/>
                <a:sym typeface="Adlery Pro"/>
              </a:rPr>
              <a:t>Love God. Love Others.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16270"/>
            <a:ext cx="18288000" cy="10899430"/>
          </a:xfrm>
          <a:custGeom>
            <a:avLst/>
            <a:gdLst/>
            <a:ahLst/>
            <a:cxnLst/>
            <a:rect l="l" t="t" r="r" b="b"/>
            <a:pathLst>
              <a:path w="18288000" h="10899430">
                <a:moveTo>
                  <a:pt x="0" y="0"/>
                </a:moveTo>
                <a:lnTo>
                  <a:pt x="18288000" y="0"/>
                </a:lnTo>
                <a:lnTo>
                  <a:pt x="18288000" y="10899430"/>
                </a:lnTo>
                <a:lnTo>
                  <a:pt x="0" y="10899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1408" t="-45994" r="-61408" b="-10090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14485" y="942975"/>
            <a:ext cx="2060734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Point 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44851" y="2118042"/>
            <a:ext cx="2494836" cy="712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Sub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Love God. Love Others. 3</dc:title>
  <cp:revision>11</cp:revision>
  <dcterms:created xsi:type="dcterms:W3CDTF">2006-08-16T00:00:00Z</dcterms:created>
  <dcterms:modified xsi:type="dcterms:W3CDTF">2024-08-02T14:11:35Z</dcterms:modified>
  <dc:identifier>DAGMeYPna74</dc:identifier>
</cp:coreProperties>
</file>